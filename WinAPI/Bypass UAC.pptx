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4"/>
  </p:sldMasterIdLst>
  <p:sldIdLst>
    <p:sldId id="256" r:id="rId5"/>
    <p:sldId id="257" r:id="rId6"/>
    <p:sldId id="258" r:id="rId7"/>
    <p:sldId id="259" r:id="rId8"/>
    <p:sldId id="262" r:id="rId9"/>
    <p:sldId id="260" r:id="rId10"/>
    <p:sldId id="261" r:id="rId11"/>
    <p:sldId id="263" r:id="rId12"/>
    <p:sldId id="265" r:id="rId13"/>
    <p:sldId id="266" r:id="rId14"/>
    <p:sldId id="264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0A8F7F-D597-4D2F-9CA9-40F3167260EF}" v="37" dt="2021-01-21T03:38:41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9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" userId="1dd04d15cf403ec6" providerId="LiveId" clId="{470A8F7F-D597-4D2F-9CA9-40F3167260EF}"/>
    <pc:docChg chg="undo custSel mod addSld delSld modSld sldOrd">
      <pc:chgData name="Tran" userId="1dd04d15cf403ec6" providerId="LiveId" clId="{470A8F7F-D597-4D2F-9CA9-40F3167260EF}" dt="2021-01-21T04:23:04.475" v="3854" actId="20577"/>
      <pc:docMkLst>
        <pc:docMk/>
      </pc:docMkLst>
      <pc:sldChg chg="addSp delSp modSp new mod setBg">
        <pc:chgData name="Tran" userId="1dd04d15cf403ec6" providerId="LiveId" clId="{470A8F7F-D597-4D2F-9CA9-40F3167260EF}" dt="2021-01-21T01:58:53.579" v="244" actId="14100"/>
        <pc:sldMkLst>
          <pc:docMk/>
          <pc:sldMk cId="2109616272" sldId="257"/>
        </pc:sldMkLst>
        <pc:spChg chg="mod">
          <ac:chgData name="Tran" userId="1dd04d15cf403ec6" providerId="LiveId" clId="{470A8F7F-D597-4D2F-9CA9-40F3167260EF}" dt="2021-01-21T01:58:38.824" v="243" actId="26606"/>
          <ac:spMkLst>
            <pc:docMk/>
            <pc:sldMk cId="2109616272" sldId="257"/>
            <ac:spMk id="2" creationId="{90F573B4-EA74-4A69-A57B-B32BACD4E180}"/>
          </ac:spMkLst>
        </pc:spChg>
        <pc:spChg chg="add del mod">
          <ac:chgData name="Tran" userId="1dd04d15cf403ec6" providerId="LiveId" clId="{470A8F7F-D597-4D2F-9CA9-40F3167260EF}" dt="2021-01-21T01:58:38.824" v="243" actId="26606"/>
          <ac:spMkLst>
            <pc:docMk/>
            <pc:sldMk cId="2109616272" sldId="257"/>
            <ac:spMk id="3" creationId="{7BA8CFE0-AFA3-4A03-B2EA-2EA4B93D4A77}"/>
          </ac:spMkLst>
        </pc:spChg>
        <pc:spChg chg="add">
          <ac:chgData name="Tran" userId="1dd04d15cf403ec6" providerId="LiveId" clId="{470A8F7F-D597-4D2F-9CA9-40F3167260EF}" dt="2021-01-21T01:58:38.824" v="243" actId="26606"/>
          <ac:spMkLst>
            <pc:docMk/>
            <pc:sldMk cId="2109616272" sldId="257"/>
            <ac:spMk id="6" creationId="{A2AD6B69-E0A0-476D-9EE1-6B69F04C59F8}"/>
          </ac:spMkLst>
        </pc:spChg>
        <pc:spChg chg="add">
          <ac:chgData name="Tran" userId="1dd04d15cf403ec6" providerId="LiveId" clId="{470A8F7F-D597-4D2F-9CA9-40F3167260EF}" dt="2021-01-21T01:58:38.824" v="243" actId="26606"/>
          <ac:spMkLst>
            <pc:docMk/>
            <pc:sldMk cId="2109616272" sldId="257"/>
            <ac:spMk id="7" creationId="{16BE10A1-AD5F-4AB3-8A94-41D62B494ADB}"/>
          </ac:spMkLst>
        </pc:spChg>
        <pc:spChg chg="add">
          <ac:chgData name="Tran" userId="1dd04d15cf403ec6" providerId="LiveId" clId="{470A8F7F-D597-4D2F-9CA9-40F3167260EF}" dt="2021-01-21T01:58:38.824" v="243" actId="26606"/>
          <ac:spMkLst>
            <pc:docMk/>
            <pc:sldMk cId="2109616272" sldId="257"/>
            <ac:spMk id="8" creationId="{5684BFFE-6A90-4311-ACD5-B34177D46462}"/>
          </ac:spMkLst>
        </pc:spChg>
        <pc:spChg chg="add del">
          <ac:chgData name="Tran" userId="1dd04d15cf403ec6" providerId="LiveId" clId="{470A8F7F-D597-4D2F-9CA9-40F3167260EF}" dt="2021-01-21T01:58:15.643" v="239" actId="26606"/>
          <ac:spMkLst>
            <pc:docMk/>
            <pc:sldMk cId="2109616272" sldId="257"/>
            <ac:spMk id="9" creationId="{09D6CD28-D147-4DC0-A5FF-335351C7D0C9}"/>
          </ac:spMkLst>
        </pc:spChg>
        <pc:spChg chg="add del">
          <ac:chgData name="Tran" userId="1dd04d15cf403ec6" providerId="LiveId" clId="{470A8F7F-D597-4D2F-9CA9-40F3167260EF}" dt="2021-01-21T01:58:15.643" v="239" actId="26606"/>
          <ac:spMkLst>
            <pc:docMk/>
            <pc:sldMk cId="2109616272" sldId="257"/>
            <ac:spMk id="11" creationId="{47CDDF69-9963-4CB8-8441-2D6CA2C66673}"/>
          </ac:spMkLst>
        </pc:spChg>
        <pc:spChg chg="add del">
          <ac:chgData name="Tran" userId="1dd04d15cf403ec6" providerId="LiveId" clId="{470A8F7F-D597-4D2F-9CA9-40F3167260EF}" dt="2021-01-21T01:58:15.643" v="239" actId="26606"/>
          <ac:spMkLst>
            <pc:docMk/>
            <pc:sldMk cId="2109616272" sldId="257"/>
            <ac:spMk id="13" creationId="{58B53A5F-63B3-4E86-93F7-275390D707F1}"/>
          </ac:spMkLst>
        </pc:spChg>
        <pc:spChg chg="add del">
          <ac:chgData name="Tran" userId="1dd04d15cf403ec6" providerId="LiveId" clId="{470A8F7F-D597-4D2F-9CA9-40F3167260EF}" dt="2021-01-21T01:58:32.109" v="242" actId="26606"/>
          <ac:spMkLst>
            <pc:docMk/>
            <pc:sldMk cId="2109616272" sldId="257"/>
            <ac:spMk id="15" creationId="{A2AD6B69-E0A0-476D-9EE1-6B69F04C59F8}"/>
          </ac:spMkLst>
        </pc:spChg>
        <pc:spChg chg="add del">
          <ac:chgData name="Tran" userId="1dd04d15cf403ec6" providerId="LiveId" clId="{470A8F7F-D597-4D2F-9CA9-40F3167260EF}" dt="2021-01-21T01:58:32.109" v="242" actId="26606"/>
          <ac:spMkLst>
            <pc:docMk/>
            <pc:sldMk cId="2109616272" sldId="257"/>
            <ac:spMk id="16" creationId="{16BE10A1-AD5F-4AB3-8A94-41D62B494ADB}"/>
          </ac:spMkLst>
        </pc:spChg>
        <pc:spChg chg="add del">
          <ac:chgData name="Tran" userId="1dd04d15cf403ec6" providerId="LiveId" clId="{470A8F7F-D597-4D2F-9CA9-40F3167260EF}" dt="2021-01-21T01:58:32.109" v="242" actId="26606"/>
          <ac:spMkLst>
            <pc:docMk/>
            <pc:sldMk cId="2109616272" sldId="257"/>
            <ac:spMk id="17" creationId="{5684BFFE-6A90-4311-ACD5-B34177D46462}"/>
          </ac:spMkLst>
        </pc:spChg>
        <pc:graphicFrameChg chg="add del">
          <ac:chgData name="Tran" userId="1dd04d15cf403ec6" providerId="LiveId" clId="{470A8F7F-D597-4D2F-9CA9-40F3167260EF}" dt="2021-01-21T01:58:15.643" v="239" actId="26606"/>
          <ac:graphicFrameMkLst>
            <pc:docMk/>
            <pc:sldMk cId="2109616272" sldId="257"/>
            <ac:graphicFrameMk id="5" creationId="{0F6A2E0B-F5B7-483B-8887-111A38DF4982}"/>
          </ac:graphicFrameMkLst>
        </pc:graphicFrameChg>
        <pc:graphicFrameChg chg="add mod">
          <ac:chgData name="Tran" userId="1dd04d15cf403ec6" providerId="LiveId" clId="{470A8F7F-D597-4D2F-9CA9-40F3167260EF}" dt="2021-01-21T01:58:53.579" v="244" actId="14100"/>
          <ac:graphicFrameMkLst>
            <pc:docMk/>
            <pc:sldMk cId="2109616272" sldId="257"/>
            <ac:graphicFrameMk id="10" creationId="{360D3A36-B38D-4465-BBE1-C739B96090B1}"/>
          </ac:graphicFrameMkLst>
        </pc:graphicFrameChg>
        <pc:graphicFrameChg chg="add del mod">
          <ac:chgData name="Tran" userId="1dd04d15cf403ec6" providerId="LiveId" clId="{470A8F7F-D597-4D2F-9CA9-40F3167260EF}" dt="2021-01-21T01:58:32.109" v="242" actId="26606"/>
          <ac:graphicFrameMkLst>
            <pc:docMk/>
            <pc:sldMk cId="2109616272" sldId="257"/>
            <ac:graphicFrameMk id="18" creationId="{B020DC2C-A90C-4170-8F64-B4656E33EFB6}"/>
          </ac:graphicFrameMkLst>
        </pc:graphicFrameChg>
      </pc:sldChg>
      <pc:sldChg chg="addSp delSp modSp new mod setBg modClrScheme setClrOvrMap chgLayout">
        <pc:chgData name="Tran" userId="1dd04d15cf403ec6" providerId="LiveId" clId="{470A8F7F-D597-4D2F-9CA9-40F3167260EF}" dt="2021-01-21T02:02:01.164" v="280" actId="404"/>
        <pc:sldMkLst>
          <pc:docMk/>
          <pc:sldMk cId="4183043117" sldId="258"/>
        </pc:sldMkLst>
        <pc:spChg chg="del mod ord">
          <ac:chgData name="Tran" userId="1dd04d15cf403ec6" providerId="LiveId" clId="{470A8F7F-D597-4D2F-9CA9-40F3167260EF}" dt="2021-01-21T01:59:26.920" v="246" actId="700"/>
          <ac:spMkLst>
            <pc:docMk/>
            <pc:sldMk cId="4183043117" sldId="258"/>
            <ac:spMk id="2" creationId="{CE920914-FF53-4DEC-B99B-86004E5F2F83}"/>
          </ac:spMkLst>
        </pc:spChg>
        <pc:spChg chg="del mod ord">
          <ac:chgData name="Tran" userId="1dd04d15cf403ec6" providerId="LiveId" clId="{470A8F7F-D597-4D2F-9CA9-40F3167260EF}" dt="2021-01-21T01:59:26.920" v="246" actId="700"/>
          <ac:spMkLst>
            <pc:docMk/>
            <pc:sldMk cId="4183043117" sldId="258"/>
            <ac:spMk id="3" creationId="{2D66208A-9568-45E5-80FE-1257F8A05F82}"/>
          </ac:spMkLst>
        </pc:spChg>
        <pc:spChg chg="add mod ord">
          <ac:chgData name="Tran" userId="1dd04d15cf403ec6" providerId="LiveId" clId="{470A8F7F-D597-4D2F-9CA9-40F3167260EF}" dt="2021-01-21T02:02:01.164" v="280" actId="404"/>
          <ac:spMkLst>
            <pc:docMk/>
            <pc:sldMk cId="4183043117" sldId="258"/>
            <ac:spMk id="4" creationId="{601C9592-AAE7-46FD-9B9B-CE9E4A878A50}"/>
          </ac:spMkLst>
        </pc:spChg>
        <pc:spChg chg="add mod ord">
          <ac:chgData name="Tran" userId="1dd04d15cf403ec6" providerId="LiveId" clId="{470A8F7F-D597-4D2F-9CA9-40F3167260EF}" dt="2021-01-21T02:01:32.764" v="274" actId="26606"/>
          <ac:spMkLst>
            <pc:docMk/>
            <pc:sldMk cId="4183043117" sldId="258"/>
            <ac:spMk id="5" creationId="{AC9C5324-2DB3-478C-988E-756740B163E8}"/>
          </ac:spMkLst>
        </pc:spChg>
        <pc:spChg chg="add">
          <ac:chgData name="Tran" userId="1dd04d15cf403ec6" providerId="LiveId" clId="{470A8F7F-D597-4D2F-9CA9-40F3167260EF}" dt="2021-01-21T02:01:32.764" v="274" actId="26606"/>
          <ac:spMkLst>
            <pc:docMk/>
            <pc:sldMk cId="4183043117" sldId="258"/>
            <ac:spMk id="11" creationId="{904DB13E-F722-4ED6-BB00-556651E95281}"/>
          </ac:spMkLst>
        </pc:spChg>
        <pc:spChg chg="add">
          <ac:chgData name="Tran" userId="1dd04d15cf403ec6" providerId="LiveId" clId="{470A8F7F-D597-4D2F-9CA9-40F3167260EF}" dt="2021-01-21T02:01:32.764" v="274" actId="26606"/>
          <ac:spMkLst>
            <pc:docMk/>
            <pc:sldMk cId="4183043117" sldId="258"/>
            <ac:spMk id="13" creationId="{1419E3D9-C5FB-41A9-B6D2-DFB210BB6211}"/>
          </ac:spMkLst>
        </pc:spChg>
        <pc:spChg chg="add">
          <ac:chgData name="Tran" userId="1dd04d15cf403ec6" providerId="LiveId" clId="{470A8F7F-D597-4D2F-9CA9-40F3167260EF}" dt="2021-01-21T02:01:32.764" v="274" actId="26606"/>
          <ac:spMkLst>
            <pc:docMk/>
            <pc:sldMk cId="4183043117" sldId="258"/>
            <ac:spMk id="15" creationId="{367909BF-1DF7-4ACE-8F58-6CF719BB27E5}"/>
          </ac:spMkLst>
        </pc:spChg>
        <pc:spChg chg="add">
          <ac:chgData name="Tran" userId="1dd04d15cf403ec6" providerId="LiveId" clId="{470A8F7F-D597-4D2F-9CA9-40F3167260EF}" dt="2021-01-21T02:01:32.764" v="274" actId="26606"/>
          <ac:spMkLst>
            <pc:docMk/>
            <pc:sldMk cId="4183043117" sldId="258"/>
            <ac:spMk id="17" creationId="{89E8BEDB-0BBC-4F21-9CFB-8530D664C343}"/>
          </ac:spMkLst>
        </pc:spChg>
        <pc:spChg chg="add">
          <ac:chgData name="Tran" userId="1dd04d15cf403ec6" providerId="LiveId" clId="{470A8F7F-D597-4D2F-9CA9-40F3167260EF}" dt="2021-01-21T02:01:32.764" v="274" actId="26606"/>
          <ac:spMkLst>
            <pc:docMk/>
            <pc:sldMk cId="4183043117" sldId="258"/>
            <ac:spMk id="24" creationId="{420551B3-B4DA-48EE-988C-4FAEAEB5CE98}"/>
          </ac:spMkLst>
        </pc:spChg>
        <pc:spChg chg="add">
          <ac:chgData name="Tran" userId="1dd04d15cf403ec6" providerId="LiveId" clId="{470A8F7F-D597-4D2F-9CA9-40F3167260EF}" dt="2021-01-21T02:01:32.764" v="274" actId="26606"/>
          <ac:spMkLst>
            <pc:docMk/>
            <pc:sldMk cId="4183043117" sldId="258"/>
            <ac:spMk id="26" creationId="{6F40FBDA-CEB1-40F0-9AB9-BD9C402D70FE}"/>
          </ac:spMkLst>
        </pc:spChg>
        <pc:spChg chg="add">
          <ac:chgData name="Tran" userId="1dd04d15cf403ec6" providerId="LiveId" clId="{470A8F7F-D597-4D2F-9CA9-40F3167260EF}" dt="2021-01-21T02:01:32.764" v="274" actId="26606"/>
          <ac:spMkLst>
            <pc:docMk/>
            <pc:sldMk cId="4183043117" sldId="258"/>
            <ac:spMk id="28" creationId="{0344D4FE-ABEF-4230-9E4E-AD5782FC78AC}"/>
          </ac:spMkLst>
        </pc:spChg>
        <pc:spChg chg="add">
          <ac:chgData name="Tran" userId="1dd04d15cf403ec6" providerId="LiveId" clId="{470A8F7F-D597-4D2F-9CA9-40F3167260EF}" dt="2021-01-21T02:01:32.764" v="274" actId="26606"/>
          <ac:spMkLst>
            <pc:docMk/>
            <pc:sldMk cId="4183043117" sldId="258"/>
            <ac:spMk id="30" creationId="{9325F979-D3F9-4926-81B7-7ACCB31A501B}"/>
          </ac:spMkLst>
        </pc:spChg>
        <pc:grpChg chg="add">
          <ac:chgData name="Tran" userId="1dd04d15cf403ec6" providerId="LiveId" clId="{470A8F7F-D597-4D2F-9CA9-40F3167260EF}" dt="2021-01-21T02:01:32.764" v="274" actId="26606"/>
          <ac:grpSpMkLst>
            <pc:docMk/>
            <pc:sldMk cId="4183043117" sldId="258"/>
            <ac:grpSpMk id="19" creationId="{E26428D7-C6F3-473D-A360-A3F5C3E8728C}"/>
          </ac:grpSpMkLst>
        </pc:grpChg>
        <pc:picChg chg="add mod ord">
          <ac:chgData name="Tran" userId="1dd04d15cf403ec6" providerId="LiveId" clId="{470A8F7F-D597-4D2F-9CA9-40F3167260EF}" dt="2021-01-21T02:01:32.764" v="274" actId="26606"/>
          <ac:picMkLst>
            <pc:docMk/>
            <pc:sldMk cId="4183043117" sldId="258"/>
            <ac:picMk id="6" creationId="{AE01AB69-B4A2-4EDA-BA13-416B8A695BCF}"/>
          </ac:picMkLst>
        </pc:picChg>
      </pc:sldChg>
      <pc:sldChg chg="addSp delSp modSp new del mod setBg modClrScheme setClrOvrMap chgLayout">
        <pc:chgData name="Tran" userId="1dd04d15cf403ec6" providerId="LiveId" clId="{470A8F7F-D597-4D2F-9CA9-40F3167260EF}" dt="2021-01-21T02:02:07.938" v="281" actId="47"/>
        <pc:sldMkLst>
          <pc:docMk/>
          <pc:sldMk cId="1558783350" sldId="259"/>
        </pc:sldMkLst>
        <pc:spChg chg="del mod ord">
          <ac:chgData name="Tran" userId="1dd04d15cf403ec6" providerId="LiveId" clId="{470A8F7F-D597-4D2F-9CA9-40F3167260EF}" dt="2021-01-21T02:00:40.463" v="269" actId="700"/>
          <ac:spMkLst>
            <pc:docMk/>
            <pc:sldMk cId="1558783350" sldId="259"/>
            <ac:spMk id="2" creationId="{B02BF9C1-8A48-45C8-9E65-724D4E6095DA}"/>
          </ac:spMkLst>
        </pc:spChg>
        <pc:spChg chg="del">
          <ac:chgData name="Tran" userId="1dd04d15cf403ec6" providerId="LiveId" clId="{470A8F7F-D597-4D2F-9CA9-40F3167260EF}" dt="2021-01-21T02:00:40.463" v="269" actId="700"/>
          <ac:spMkLst>
            <pc:docMk/>
            <pc:sldMk cId="1558783350" sldId="259"/>
            <ac:spMk id="3" creationId="{54ABC7C5-1901-43D7-8D49-C021A52FD7FC}"/>
          </ac:spMkLst>
        </pc:spChg>
        <pc:spChg chg="add del mod ord">
          <ac:chgData name="Tran" userId="1dd04d15cf403ec6" providerId="LiveId" clId="{470A8F7F-D597-4D2F-9CA9-40F3167260EF}" dt="2021-01-21T02:01:03.273" v="270" actId="700"/>
          <ac:spMkLst>
            <pc:docMk/>
            <pc:sldMk cId="1558783350" sldId="259"/>
            <ac:spMk id="4" creationId="{D1ADCC77-3E21-4449-ACBF-05C733F4089E}"/>
          </ac:spMkLst>
        </pc:spChg>
        <pc:spChg chg="add mod ord">
          <ac:chgData name="Tran" userId="1dd04d15cf403ec6" providerId="LiveId" clId="{470A8F7F-D597-4D2F-9CA9-40F3167260EF}" dt="2021-01-21T02:01:14.810" v="271" actId="26606"/>
          <ac:spMkLst>
            <pc:docMk/>
            <pc:sldMk cId="1558783350" sldId="259"/>
            <ac:spMk id="5" creationId="{D8A47031-9B7E-461A-92F1-F85CA6EC33A0}"/>
          </ac:spMkLst>
        </pc:spChg>
        <pc:spChg chg="add">
          <ac:chgData name="Tran" userId="1dd04d15cf403ec6" providerId="LiveId" clId="{470A8F7F-D597-4D2F-9CA9-40F3167260EF}" dt="2021-01-21T02:01:14.810" v="271" actId="26606"/>
          <ac:spMkLst>
            <pc:docMk/>
            <pc:sldMk cId="1558783350" sldId="259"/>
            <ac:spMk id="11" creationId="{904DB13E-F722-4ED6-BB00-556651E95281}"/>
          </ac:spMkLst>
        </pc:spChg>
        <pc:spChg chg="add">
          <ac:chgData name="Tran" userId="1dd04d15cf403ec6" providerId="LiveId" clId="{470A8F7F-D597-4D2F-9CA9-40F3167260EF}" dt="2021-01-21T02:01:14.810" v="271" actId="26606"/>
          <ac:spMkLst>
            <pc:docMk/>
            <pc:sldMk cId="1558783350" sldId="259"/>
            <ac:spMk id="13" creationId="{1419E3D9-C5FB-41A9-B6D2-DFB210BB6211}"/>
          </ac:spMkLst>
        </pc:spChg>
        <pc:spChg chg="add">
          <ac:chgData name="Tran" userId="1dd04d15cf403ec6" providerId="LiveId" clId="{470A8F7F-D597-4D2F-9CA9-40F3167260EF}" dt="2021-01-21T02:01:14.810" v="271" actId="26606"/>
          <ac:spMkLst>
            <pc:docMk/>
            <pc:sldMk cId="1558783350" sldId="259"/>
            <ac:spMk id="15" creationId="{367909BF-1DF7-4ACE-8F58-6CF719BB27E5}"/>
          </ac:spMkLst>
        </pc:spChg>
        <pc:spChg chg="add">
          <ac:chgData name="Tran" userId="1dd04d15cf403ec6" providerId="LiveId" clId="{470A8F7F-D597-4D2F-9CA9-40F3167260EF}" dt="2021-01-21T02:01:14.810" v="271" actId="26606"/>
          <ac:spMkLst>
            <pc:docMk/>
            <pc:sldMk cId="1558783350" sldId="259"/>
            <ac:spMk id="17" creationId="{89E8BEDB-0BBC-4F21-9CFB-8530D664C343}"/>
          </ac:spMkLst>
        </pc:spChg>
        <pc:spChg chg="add">
          <ac:chgData name="Tran" userId="1dd04d15cf403ec6" providerId="LiveId" clId="{470A8F7F-D597-4D2F-9CA9-40F3167260EF}" dt="2021-01-21T02:01:14.810" v="271" actId="26606"/>
          <ac:spMkLst>
            <pc:docMk/>
            <pc:sldMk cId="1558783350" sldId="259"/>
            <ac:spMk id="24" creationId="{420551B3-B4DA-48EE-988C-4FAEAEB5CE98}"/>
          </ac:spMkLst>
        </pc:spChg>
        <pc:spChg chg="add">
          <ac:chgData name="Tran" userId="1dd04d15cf403ec6" providerId="LiveId" clId="{470A8F7F-D597-4D2F-9CA9-40F3167260EF}" dt="2021-01-21T02:01:14.810" v="271" actId="26606"/>
          <ac:spMkLst>
            <pc:docMk/>
            <pc:sldMk cId="1558783350" sldId="259"/>
            <ac:spMk id="26" creationId="{6F40FBDA-CEB1-40F0-9AB9-BD9C402D70FE}"/>
          </ac:spMkLst>
        </pc:spChg>
        <pc:spChg chg="add">
          <ac:chgData name="Tran" userId="1dd04d15cf403ec6" providerId="LiveId" clId="{470A8F7F-D597-4D2F-9CA9-40F3167260EF}" dt="2021-01-21T02:01:14.810" v="271" actId="26606"/>
          <ac:spMkLst>
            <pc:docMk/>
            <pc:sldMk cId="1558783350" sldId="259"/>
            <ac:spMk id="28" creationId="{0344D4FE-ABEF-4230-9E4E-AD5782FC78AC}"/>
          </ac:spMkLst>
        </pc:spChg>
        <pc:spChg chg="add">
          <ac:chgData name="Tran" userId="1dd04d15cf403ec6" providerId="LiveId" clId="{470A8F7F-D597-4D2F-9CA9-40F3167260EF}" dt="2021-01-21T02:01:14.810" v="271" actId="26606"/>
          <ac:spMkLst>
            <pc:docMk/>
            <pc:sldMk cId="1558783350" sldId="259"/>
            <ac:spMk id="30" creationId="{9325F979-D3F9-4926-81B7-7ACCB31A501B}"/>
          </ac:spMkLst>
        </pc:spChg>
        <pc:grpChg chg="add">
          <ac:chgData name="Tran" userId="1dd04d15cf403ec6" providerId="LiveId" clId="{470A8F7F-D597-4D2F-9CA9-40F3167260EF}" dt="2021-01-21T02:01:14.810" v="271" actId="26606"/>
          <ac:grpSpMkLst>
            <pc:docMk/>
            <pc:sldMk cId="1558783350" sldId="259"/>
            <ac:grpSpMk id="19" creationId="{E26428D7-C6F3-473D-A360-A3F5C3E8728C}"/>
          </ac:grpSpMkLst>
        </pc:grpChg>
        <pc:picChg chg="add mod">
          <ac:chgData name="Tran" userId="1dd04d15cf403ec6" providerId="LiveId" clId="{470A8F7F-D597-4D2F-9CA9-40F3167260EF}" dt="2021-01-21T02:01:17.976" v="272" actId="1076"/>
          <ac:picMkLst>
            <pc:docMk/>
            <pc:sldMk cId="1558783350" sldId="259"/>
            <ac:picMk id="7" creationId="{4F0C5D54-75AC-49EE-A68D-0720D1953CFF}"/>
          </ac:picMkLst>
        </pc:picChg>
      </pc:sldChg>
      <pc:sldChg chg="addSp delSp modSp new mod modClrScheme chgLayout">
        <pc:chgData name="Tran" userId="1dd04d15cf403ec6" providerId="LiveId" clId="{470A8F7F-D597-4D2F-9CA9-40F3167260EF}" dt="2021-01-21T03:14:12.114" v="2748" actId="20577"/>
        <pc:sldMkLst>
          <pc:docMk/>
          <pc:sldMk cId="3650008336" sldId="259"/>
        </pc:sldMkLst>
        <pc:spChg chg="del mod ord">
          <ac:chgData name="Tran" userId="1dd04d15cf403ec6" providerId="LiveId" clId="{470A8F7F-D597-4D2F-9CA9-40F3167260EF}" dt="2021-01-21T02:02:15.875" v="283" actId="700"/>
          <ac:spMkLst>
            <pc:docMk/>
            <pc:sldMk cId="3650008336" sldId="259"/>
            <ac:spMk id="2" creationId="{EBB67009-7F5E-49E3-9F0F-CB4DFDC629C5}"/>
          </ac:spMkLst>
        </pc:spChg>
        <pc:spChg chg="del">
          <ac:chgData name="Tran" userId="1dd04d15cf403ec6" providerId="LiveId" clId="{470A8F7F-D597-4D2F-9CA9-40F3167260EF}" dt="2021-01-21T02:02:15.875" v="283" actId="700"/>
          <ac:spMkLst>
            <pc:docMk/>
            <pc:sldMk cId="3650008336" sldId="259"/>
            <ac:spMk id="3" creationId="{22B99A5B-DF06-45AD-944E-2CBCD42A2005}"/>
          </ac:spMkLst>
        </pc:spChg>
        <pc:spChg chg="add mod ord">
          <ac:chgData name="Tran" userId="1dd04d15cf403ec6" providerId="LiveId" clId="{470A8F7F-D597-4D2F-9CA9-40F3167260EF}" dt="2021-01-21T03:14:12.114" v="2748" actId="20577"/>
          <ac:spMkLst>
            <pc:docMk/>
            <pc:sldMk cId="3650008336" sldId="259"/>
            <ac:spMk id="4" creationId="{E8EE3529-A56D-46A0-B68E-7D9D794AA7AB}"/>
          </ac:spMkLst>
        </pc:spChg>
        <pc:spChg chg="add mod">
          <ac:chgData name="Tran" userId="1dd04d15cf403ec6" providerId="LiveId" clId="{470A8F7F-D597-4D2F-9CA9-40F3167260EF}" dt="2021-01-21T02:32:16.526" v="1386" actId="20577"/>
          <ac:spMkLst>
            <pc:docMk/>
            <pc:sldMk cId="3650008336" sldId="259"/>
            <ac:spMk id="5" creationId="{7B7FB16E-BEAF-466B-9D23-06F4E44C3F4D}"/>
          </ac:spMkLst>
        </pc:spChg>
      </pc:sldChg>
      <pc:sldChg chg="addSp delSp modSp new mod">
        <pc:chgData name="Tran" userId="1dd04d15cf403ec6" providerId="LiveId" clId="{470A8F7F-D597-4D2F-9CA9-40F3167260EF}" dt="2021-01-21T03:14:05.484" v="2742" actId="20577"/>
        <pc:sldMkLst>
          <pc:docMk/>
          <pc:sldMk cId="1697951570" sldId="260"/>
        </pc:sldMkLst>
        <pc:spChg chg="mod">
          <ac:chgData name="Tran" userId="1dd04d15cf403ec6" providerId="LiveId" clId="{470A8F7F-D597-4D2F-9CA9-40F3167260EF}" dt="2021-01-21T03:14:05.484" v="2742" actId="20577"/>
          <ac:spMkLst>
            <pc:docMk/>
            <pc:sldMk cId="1697951570" sldId="260"/>
            <ac:spMk id="2" creationId="{A5AD9F01-996C-4CF2-949D-AB340E68500D}"/>
          </ac:spMkLst>
        </pc:spChg>
        <pc:spChg chg="add del mod">
          <ac:chgData name="Tran" userId="1dd04d15cf403ec6" providerId="LiveId" clId="{470A8F7F-D597-4D2F-9CA9-40F3167260EF}" dt="2021-01-21T02:34:55.631" v="1450"/>
          <ac:spMkLst>
            <pc:docMk/>
            <pc:sldMk cId="1697951570" sldId="260"/>
            <ac:spMk id="3" creationId="{25242EED-474E-4A8F-84E8-461A044F421B}"/>
          </ac:spMkLst>
        </pc:spChg>
        <pc:spChg chg="add mod">
          <ac:chgData name="Tran" userId="1dd04d15cf403ec6" providerId="LiveId" clId="{470A8F7F-D597-4D2F-9CA9-40F3167260EF}" dt="2021-01-21T02:38:05.925" v="1825" actId="122"/>
          <ac:spMkLst>
            <pc:docMk/>
            <pc:sldMk cId="1697951570" sldId="260"/>
            <ac:spMk id="4" creationId="{70DD8072-224E-4329-915F-9F0AF46E64FA}"/>
          </ac:spMkLst>
        </pc:spChg>
        <pc:picChg chg="add mod">
          <ac:chgData name="Tran" userId="1dd04d15cf403ec6" providerId="LiveId" clId="{470A8F7F-D597-4D2F-9CA9-40F3167260EF}" dt="2021-01-21T02:38:43.877" v="1830" actId="1076"/>
          <ac:picMkLst>
            <pc:docMk/>
            <pc:sldMk cId="1697951570" sldId="260"/>
            <ac:picMk id="6" creationId="{BE06A515-A532-4F03-90D4-3A5526E06620}"/>
          </ac:picMkLst>
        </pc:picChg>
      </pc:sldChg>
      <pc:sldChg chg="addSp modSp add mod">
        <pc:chgData name="Tran" userId="1dd04d15cf403ec6" providerId="LiveId" clId="{470A8F7F-D597-4D2F-9CA9-40F3167260EF}" dt="2021-01-21T03:14:02.955" v="2739" actId="20577"/>
        <pc:sldMkLst>
          <pc:docMk/>
          <pc:sldMk cId="2973475214" sldId="261"/>
        </pc:sldMkLst>
        <pc:spChg chg="mod">
          <ac:chgData name="Tran" userId="1dd04d15cf403ec6" providerId="LiveId" clId="{470A8F7F-D597-4D2F-9CA9-40F3167260EF}" dt="2021-01-21T03:14:02.955" v="2739" actId="20577"/>
          <ac:spMkLst>
            <pc:docMk/>
            <pc:sldMk cId="2973475214" sldId="261"/>
            <ac:spMk id="2" creationId="{A5AD9F01-996C-4CF2-949D-AB340E68500D}"/>
          </ac:spMkLst>
        </pc:spChg>
        <pc:picChg chg="add mod">
          <ac:chgData name="Tran" userId="1dd04d15cf403ec6" providerId="LiveId" clId="{470A8F7F-D597-4D2F-9CA9-40F3167260EF}" dt="2021-01-21T02:40:48.125" v="1839" actId="1076"/>
          <ac:picMkLst>
            <pc:docMk/>
            <pc:sldMk cId="2973475214" sldId="261"/>
            <ac:picMk id="4" creationId="{CF08757E-DB32-4C66-AEBE-556D2EB07706}"/>
          </ac:picMkLst>
        </pc:picChg>
      </pc:sldChg>
      <pc:sldChg chg="addSp delSp modSp add mod ord setBg setClrOvrMap">
        <pc:chgData name="Tran" userId="1dd04d15cf403ec6" providerId="LiveId" clId="{470A8F7F-D597-4D2F-9CA9-40F3167260EF}" dt="2021-01-21T03:14:08.740" v="2745" actId="20577"/>
        <pc:sldMkLst>
          <pc:docMk/>
          <pc:sldMk cId="923574736" sldId="262"/>
        </pc:sldMkLst>
        <pc:spChg chg="mod">
          <ac:chgData name="Tran" userId="1dd04d15cf403ec6" providerId="LiveId" clId="{470A8F7F-D597-4D2F-9CA9-40F3167260EF}" dt="2021-01-21T03:14:08.740" v="2745" actId="20577"/>
          <ac:spMkLst>
            <pc:docMk/>
            <pc:sldMk cId="923574736" sldId="262"/>
            <ac:spMk id="2" creationId="{A5AD9F01-996C-4CF2-949D-AB340E68500D}"/>
          </ac:spMkLst>
        </pc:spChg>
        <pc:spChg chg="add mod">
          <ac:chgData name="Tran" userId="1dd04d15cf403ec6" providerId="LiveId" clId="{470A8F7F-D597-4D2F-9CA9-40F3167260EF}" dt="2021-01-21T02:41:19.413" v="1843" actId="12"/>
          <ac:spMkLst>
            <pc:docMk/>
            <pc:sldMk cId="923574736" sldId="262"/>
            <ac:spMk id="3" creationId="{6D6D855C-0B41-476F-A474-1F320F354EBC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10" creationId="{904DB13E-F722-4ED6-BB00-556651E95281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12" creationId="{1E8D93C5-28EB-42D0-86CE-D804955653CC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14" creationId="{AB1B1E7D-F76D-4744-AF85-239E6998A4C5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16" creationId="{3BB65211-00DB-45B6-A223-033B2D19CBE8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23" creationId="{9891C27D-8C9D-415C-A639-23D76B7B1C1D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25" creationId="{E8F4C0D6-B7E0-42D0-A57F-6781017A2164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27" creationId="{5B4D6D08-A7F1-4445-BA2E-E449562C04C1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29" creationId="{3A7C1A41-D915-4D26-8D5E-C01B27160A80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31" creationId="{A50B663E-F671-4504-99A8-4559554692B0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33" creationId="{2EF89585-ECD6-4B38-96B1-AD41A1BD4BE1}"/>
          </ac:spMkLst>
        </pc:spChg>
        <pc:spChg chg="add del">
          <ac:chgData name="Tran" userId="1dd04d15cf403ec6" providerId="LiveId" clId="{470A8F7F-D597-4D2F-9CA9-40F3167260EF}" dt="2021-01-21T02:47:51.145" v="1847" actId="26606"/>
          <ac:spMkLst>
            <pc:docMk/>
            <pc:sldMk cId="923574736" sldId="262"/>
            <ac:spMk id="41" creationId="{3F4C63FE-9526-4F8E-BCFD-954D2EF9475B}"/>
          </ac:spMkLst>
        </pc:spChg>
        <pc:grpChg chg="add del">
          <ac:chgData name="Tran" userId="1dd04d15cf403ec6" providerId="LiveId" clId="{470A8F7F-D597-4D2F-9CA9-40F3167260EF}" dt="2021-01-21T02:47:51.145" v="1847" actId="26606"/>
          <ac:grpSpMkLst>
            <pc:docMk/>
            <pc:sldMk cId="923574736" sldId="262"/>
            <ac:grpSpMk id="18" creationId="{E26428D7-C6F3-473D-A360-A3F5C3E8728C}"/>
          </ac:grpSpMkLst>
        </pc:grpChg>
        <pc:picChg chg="add mod ord">
          <ac:chgData name="Tran" userId="1dd04d15cf403ec6" providerId="LiveId" clId="{470A8F7F-D597-4D2F-9CA9-40F3167260EF}" dt="2021-01-21T02:48:01.805" v="1848" actId="1076"/>
          <ac:picMkLst>
            <pc:docMk/>
            <pc:sldMk cId="923574736" sldId="262"/>
            <ac:picMk id="5" creationId="{E89D00CD-A666-4ADC-93AA-BD548ECA22D7}"/>
          </ac:picMkLst>
        </pc:picChg>
        <pc:cxnChg chg="add del">
          <ac:chgData name="Tran" userId="1dd04d15cf403ec6" providerId="LiveId" clId="{470A8F7F-D597-4D2F-9CA9-40F3167260EF}" dt="2021-01-21T02:47:51.145" v="1847" actId="26606"/>
          <ac:cxnSpMkLst>
            <pc:docMk/>
            <pc:sldMk cId="923574736" sldId="262"/>
            <ac:cxnSpMk id="35" creationId="{1B6FCD50-3FE8-4AB2-B746-2CC0EA9D4074}"/>
          </ac:cxnSpMkLst>
        </pc:cxnChg>
        <pc:cxnChg chg="add del">
          <ac:chgData name="Tran" userId="1dd04d15cf403ec6" providerId="LiveId" clId="{470A8F7F-D597-4D2F-9CA9-40F3167260EF}" dt="2021-01-21T02:47:51.145" v="1847" actId="26606"/>
          <ac:cxnSpMkLst>
            <pc:docMk/>
            <pc:sldMk cId="923574736" sldId="262"/>
            <ac:cxnSpMk id="37" creationId="{B3E90108-E441-4AF0-A059-613D076C7CDA}"/>
          </ac:cxnSpMkLst>
        </pc:cxnChg>
        <pc:cxnChg chg="add del">
          <ac:chgData name="Tran" userId="1dd04d15cf403ec6" providerId="LiveId" clId="{470A8F7F-D597-4D2F-9CA9-40F3167260EF}" dt="2021-01-21T02:47:51.145" v="1847" actId="26606"/>
          <ac:cxnSpMkLst>
            <pc:docMk/>
            <pc:sldMk cId="923574736" sldId="262"/>
            <ac:cxnSpMk id="39" creationId="{0B422045-789A-442D-9E39-6FC4EC452C4C}"/>
          </ac:cxnSpMkLst>
        </pc:cxnChg>
      </pc:sldChg>
      <pc:sldChg chg="addSp modSp add mod">
        <pc:chgData name="Tran" userId="1dd04d15cf403ec6" providerId="LiveId" clId="{470A8F7F-D597-4D2F-9CA9-40F3167260EF}" dt="2021-01-21T03:42:09.124" v="3851" actId="20577"/>
        <pc:sldMkLst>
          <pc:docMk/>
          <pc:sldMk cId="119302229" sldId="263"/>
        </pc:sldMkLst>
        <pc:spChg chg="mod">
          <ac:chgData name="Tran" userId="1dd04d15cf403ec6" providerId="LiveId" clId="{470A8F7F-D597-4D2F-9CA9-40F3167260EF}" dt="2021-01-21T03:13:59.640" v="2736" actId="20577"/>
          <ac:spMkLst>
            <pc:docMk/>
            <pc:sldMk cId="119302229" sldId="263"/>
            <ac:spMk id="2" creationId="{A5AD9F01-996C-4CF2-949D-AB340E68500D}"/>
          </ac:spMkLst>
        </pc:spChg>
        <pc:spChg chg="add mod">
          <ac:chgData name="Tran" userId="1dd04d15cf403ec6" providerId="LiveId" clId="{470A8F7F-D597-4D2F-9CA9-40F3167260EF}" dt="2021-01-21T03:42:09.124" v="3851" actId="20577"/>
          <ac:spMkLst>
            <pc:docMk/>
            <pc:sldMk cId="119302229" sldId="263"/>
            <ac:spMk id="3" creationId="{433BCBCF-AE61-4F1F-9FD1-8E189D3A387A}"/>
          </ac:spMkLst>
        </pc:spChg>
        <pc:picChg chg="add mod">
          <ac:chgData name="Tran" userId="1dd04d15cf403ec6" providerId="LiveId" clId="{470A8F7F-D597-4D2F-9CA9-40F3167260EF}" dt="2021-01-21T02:56:47.448" v="2049" actId="14100"/>
          <ac:picMkLst>
            <pc:docMk/>
            <pc:sldMk cId="119302229" sldId="263"/>
            <ac:picMk id="5" creationId="{F6545D22-446F-419A-B3C0-538289EC92B5}"/>
          </ac:picMkLst>
        </pc:picChg>
      </pc:sldChg>
      <pc:sldChg chg="addSp modSp add mod ord">
        <pc:chgData name="Tran" userId="1dd04d15cf403ec6" providerId="LiveId" clId="{470A8F7F-D597-4D2F-9CA9-40F3167260EF}" dt="2021-01-21T03:13:51.902" v="2727" actId="20577"/>
        <pc:sldMkLst>
          <pc:docMk/>
          <pc:sldMk cId="1589860136" sldId="264"/>
        </pc:sldMkLst>
        <pc:spChg chg="mod">
          <ac:chgData name="Tran" userId="1dd04d15cf403ec6" providerId="LiveId" clId="{470A8F7F-D597-4D2F-9CA9-40F3167260EF}" dt="2021-01-21T03:13:51.902" v="2727" actId="20577"/>
          <ac:spMkLst>
            <pc:docMk/>
            <pc:sldMk cId="1589860136" sldId="264"/>
            <ac:spMk id="2" creationId="{A5AD9F01-996C-4CF2-949D-AB340E68500D}"/>
          </ac:spMkLst>
        </pc:spChg>
        <pc:spChg chg="add mod">
          <ac:chgData name="Tran" userId="1dd04d15cf403ec6" providerId="LiveId" clId="{470A8F7F-D597-4D2F-9CA9-40F3167260EF}" dt="2021-01-21T03:00:58.985" v="2061" actId="12"/>
          <ac:spMkLst>
            <pc:docMk/>
            <pc:sldMk cId="1589860136" sldId="264"/>
            <ac:spMk id="4" creationId="{2C821133-85EB-46D6-B79C-168BD43C7407}"/>
          </ac:spMkLst>
        </pc:spChg>
      </pc:sldChg>
      <pc:sldChg chg="addSp delSp modSp add mod ord">
        <pc:chgData name="Tran" userId="1dd04d15cf403ec6" providerId="LiveId" clId="{470A8F7F-D597-4D2F-9CA9-40F3167260EF}" dt="2021-01-21T03:13:56.787" v="2733" actId="20577"/>
        <pc:sldMkLst>
          <pc:docMk/>
          <pc:sldMk cId="833994413" sldId="265"/>
        </pc:sldMkLst>
        <pc:spChg chg="mod">
          <ac:chgData name="Tran" userId="1dd04d15cf403ec6" providerId="LiveId" clId="{470A8F7F-D597-4D2F-9CA9-40F3167260EF}" dt="2021-01-21T03:13:56.787" v="2733" actId="20577"/>
          <ac:spMkLst>
            <pc:docMk/>
            <pc:sldMk cId="833994413" sldId="265"/>
            <ac:spMk id="2" creationId="{A5AD9F01-996C-4CF2-949D-AB340E68500D}"/>
          </ac:spMkLst>
        </pc:spChg>
        <pc:spChg chg="add del mod">
          <ac:chgData name="Tran" userId="1dd04d15cf403ec6" providerId="LiveId" clId="{470A8F7F-D597-4D2F-9CA9-40F3167260EF}" dt="2021-01-21T03:06:15.065" v="2067"/>
          <ac:spMkLst>
            <pc:docMk/>
            <pc:sldMk cId="833994413" sldId="265"/>
            <ac:spMk id="3" creationId="{D4DB7C4E-7E51-4E50-8E24-39A365FD3D45}"/>
          </ac:spMkLst>
        </pc:spChg>
        <pc:spChg chg="add mod">
          <ac:chgData name="Tran" userId="1dd04d15cf403ec6" providerId="LiveId" clId="{470A8F7F-D597-4D2F-9CA9-40F3167260EF}" dt="2021-01-21T03:11:27.182" v="2666" actId="1076"/>
          <ac:spMkLst>
            <pc:docMk/>
            <pc:sldMk cId="833994413" sldId="265"/>
            <ac:spMk id="4" creationId="{A682A8ED-5FE2-444D-95DD-484DA04FD860}"/>
          </ac:spMkLst>
        </pc:spChg>
        <pc:spChg chg="add del mod">
          <ac:chgData name="Tran" userId="1dd04d15cf403ec6" providerId="LiveId" clId="{470A8F7F-D597-4D2F-9CA9-40F3167260EF}" dt="2021-01-21T03:08:13.383" v="2080"/>
          <ac:spMkLst>
            <pc:docMk/>
            <pc:sldMk cId="833994413" sldId="265"/>
            <ac:spMk id="5" creationId="{D8A15E29-AD5F-4D29-9A6F-8F4DAF7DDA99}"/>
          </ac:spMkLst>
        </pc:spChg>
        <pc:spChg chg="add del">
          <ac:chgData name="Tran" userId="1dd04d15cf403ec6" providerId="LiveId" clId="{470A8F7F-D597-4D2F-9CA9-40F3167260EF}" dt="2021-01-21T03:08:26.897" v="2082"/>
          <ac:spMkLst>
            <pc:docMk/>
            <pc:sldMk cId="833994413" sldId="265"/>
            <ac:spMk id="6" creationId="{F42753BC-3E72-401E-92FA-FDD7108E6CD1}"/>
          </ac:spMkLst>
        </pc:spChg>
      </pc:sldChg>
      <pc:sldChg chg="new del">
        <pc:chgData name="Tran" userId="1dd04d15cf403ec6" providerId="LiveId" clId="{470A8F7F-D597-4D2F-9CA9-40F3167260EF}" dt="2021-01-21T02:56:55.742" v="2051" actId="680"/>
        <pc:sldMkLst>
          <pc:docMk/>
          <pc:sldMk cId="2956972799" sldId="265"/>
        </pc:sldMkLst>
      </pc:sldChg>
      <pc:sldChg chg="addSp modSp add mod">
        <pc:chgData name="Tran" userId="1dd04d15cf403ec6" providerId="LiveId" clId="{470A8F7F-D597-4D2F-9CA9-40F3167260EF}" dt="2021-01-21T03:13:54.461" v="2730" actId="20577"/>
        <pc:sldMkLst>
          <pc:docMk/>
          <pc:sldMk cId="3434005646" sldId="266"/>
        </pc:sldMkLst>
        <pc:spChg chg="mod">
          <ac:chgData name="Tran" userId="1dd04d15cf403ec6" providerId="LiveId" clId="{470A8F7F-D597-4D2F-9CA9-40F3167260EF}" dt="2021-01-21T03:13:54.461" v="2730" actId="20577"/>
          <ac:spMkLst>
            <pc:docMk/>
            <pc:sldMk cId="3434005646" sldId="266"/>
            <ac:spMk id="2" creationId="{A5AD9F01-996C-4CF2-949D-AB340E68500D}"/>
          </ac:spMkLst>
        </pc:spChg>
        <pc:spChg chg="add mod">
          <ac:chgData name="Tran" userId="1dd04d15cf403ec6" providerId="LiveId" clId="{470A8F7F-D597-4D2F-9CA9-40F3167260EF}" dt="2021-01-21T03:13:19.839" v="2724" actId="20577"/>
          <ac:spMkLst>
            <pc:docMk/>
            <pc:sldMk cId="3434005646" sldId="266"/>
            <ac:spMk id="3" creationId="{72814AB3-CD3F-49E9-8D26-CC9020D322B8}"/>
          </ac:spMkLst>
        </pc:spChg>
      </pc:sldChg>
      <pc:sldChg chg="delSp modSp add mod setBg delDesignElem">
        <pc:chgData name="Tran" userId="1dd04d15cf403ec6" providerId="LiveId" clId="{470A8F7F-D597-4D2F-9CA9-40F3167260EF}" dt="2021-01-21T03:15:11.146" v="2762" actId="20577"/>
        <pc:sldMkLst>
          <pc:docMk/>
          <pc:sldMk cId="1573627254" sldId="267"/>
        </pc:sldMkLst>
        <pc:spChg chg="mod">
          <ac:chgData name="Tran" userId="1dd04d15cf403ec6" providerId="LiveId" clId="{470A8F7F-D597-4D2F-9CA9-40F3167260EF}" dt="2021-01-21T03:15:11.146" v="2762" actId="20577"/>
          <ac:spMkLst>
            <pc:docMk/>
            <pc:sldMk cId="1573627254" sldId="267"/>
            <ac:spMk id="4" creationId="{601C9592-AAE7-46FD-9B9B-CE9E4A878A50}"/>
          </ac:spMkLst>
        </pc:spChg>
        <pc:spChg chg="del">
          <ac:chgData name="Tran" userId="1dd04d15cf403ec6" providerId="LiveId" clId="{470A8F7F-D597-4D2F-9CA9-40F3167260EF}" dt="2021-01-21T03:15:04.542" v="2753"/>
          <ac:spMkLst>
            <pc:docMk/>
            <pc:sldMk cId="1573627254" sldId="267"/>
            <ac:spMk id="11" creationId="{904DB13E-F722-4ED6-BB00-556651E95281}"/>
          </ac:spMkLst>
        </pc:spChg>
        <pc:spChg chg="del">
          <ac:chgData name="Tran" userId="1dd04d15cf403ec6" providerId="LiveId" clId="{470A8F7F-D597-4D2F-9CA9-40F3167260EF}" dt="2021-01-21T03:15:04.542" v="2753"/>
          <ac:spMkLst>
            <pc:docMk/>
            <pc:sldMk cId="1573627254" sldId="267"/>
            <ac:spMk id="13" creationId="{1419E3D9-C5FB-41A9-B6D2-DFB210BB6211}"/>
          </ac:spMkLst>
        </pc:spChg>
        <pc:spChg chg="del">
          <ac:chgData name="Tran" userId="1dd04d15cf403ec6" providerId="LiveId" clId="{470A8F7F-D597-4D2F-9CA9-40F3167260EF}" dt="2021-01-21T03:15:04.542" v="2753"/>
          <ac:spMkLst>
            <pc:docMk/>
            <pc:sldMk cId="1573627254" sldId="267"/>
            <ac:spMk id="15" creationId="{367909BF-1DF7-4ACE-8F58-6CF719BB27E5}"/>
          </ac:spMkLst>
        </pc:spChg>
        <pc:spChg chg="del">
          <ac:chgData name="Tran" userId="1dd04d15cf403ec6" providerId="LiveId" clId="{470A8F7F-D597-4D2F-9CA9-40F3167260EF}" dt="2021-01-21T03:15:04.542" v="2753"/>
          <ac:spMkLst>
            <pc:docMk/>
            <pc:sldMk cId="1573627254" sldId="267"/>
            <ac:spMk id="17" creationId="{89E8BEDB-0BBC-4F21-9CFB-8530D664C343}"/>
          </ac:spMkLst>
        </pc:spChg>
        <pc:spChg chg="del">
          <ac:chgData name="Tran" userId="1dd04d15cf403ec6" providerId="LiveId" clId="{470A8F7F-D597-4D2F-9CA9-40F3167260EF}" dt="2021-01-21T03:15:04.542" v="2753"/>
          <ac:spMkLst>
            <pc:docMk/>
            <pc:sldMk cId="1573627254" sldId="267"/>
            <ac:spMk id="24" creationId="{420551B3-B4DA-48EE-988C-4FAEAEB5CE98}"/>
          </ac:spMkLst>
        </pc:spChg>
        <pc:spChg chg="del">
          <ac:chgData name="Tran" userId="1dd04d15cf403ec6" providerId="LiveId" clId="{470A8F7F-D597-4D2F-9CA9-40F3167260EF}" dt="2021-01-21T03:15:04.542" v="2753"/>
          <ac:spMkLst>
            <pc:docMk/>
            <pc:sldMk cId="1573627254" sldId="267"/>
            <ac:spMk id="26" creationId="{6F40FBDA-CEB1-40F0-9AB9-BD9C402D70FE}"/>
          </ac:spMkLst>
        </pc:spChg>
        <pc:spChg chg="del">
          <ac:chgData name="Tran" userId="1dd04d15cf403ec6" providerId="LiveId" clId="{470A8F7F-D597-4D2F-9CA9-40F3167260EF}" dt="2021-01-21T03:15:04.542" v="2753"/>
          <ac:spMkLst>
            <pc:docMk/>
            <pc:sldMk cId="1573627254" sldId="267"/>
            <ac:spMk id="28" creationId="{0344D4FE-ABEF-4230-9E4E-AD5782FC78AC}"/>
          </ac:spMkLst>
        </pc:spChg>
        <pc:spChg chg="del">
          <ac:chgData name="Tran" userId="1dd04d15cf403ec6" providerId="LiveId" clId="{470A8F7F-D597-4D2F-9CA9-40F3167260EF}" dt="2021-01-21T03:15:04.542" v="2753"/>
          <ac:spMkLst>
            <pc:docMk/>
            <pc:sldMk cId="1573627254" sldId="267"/>
            <ac:spMk id="30" creationId="{9325F979-D3F9-4926-81B7-7ACCB31A501B}"/>
          </ac:spMkLst>
        </pc:spChg>
        <pc:grpChg chg="del">
          <ac:chgData name="Tran" userId="1dd04d15cf403ec6" providerId="LiveId" clId="{470A8F7F-D597-4D2F-9CA9-40F3167260EF}" dt="2021-01-21T03:15:04.542" v="2753"/>
          <ac:grpSpMkLst>
            <pc:docMk/>
            <pc:sldMk cId="1573627254" sldId="267"/>
            <ac:grpSpMk id="19" creationId="{E26428D7-C6F3-473D-A360-A3F5C3E8728C}"/>
          </ac:grpSpMkLst>
        </pc:grpChg>
      </pc:sldChg>
      <pc:sldChg chg="addSp delSp modSp new del mod modClrScheme chgLayout">
        <pc:chgData name="Tran" userId="1dd04d15cf403ec6" providerId="LiveId" clId="{470A8F7F-D597-4D2F-9CA9-40F3167260EF}" dt="2021-01-21T03:15:04.060" v="2751" actId="47"/>
        <pc:sldMkLst>
          <pc:docMk/>
          <pc:sldMk cId="3018411539" sldId="267"/>
        </pc:sldMkLst>
        <pc:spChg chg="del mod ord">
          <ac:chgData name="Tran" userId="1dd04d15cf403ec6" providerId="LiveId" clId="{470A8F7F-D597-4D2F-9CA9-40F3167260EF}" dt="2021-01-21T03:14:57.810" v="2750" actId="700"/>
          <ac:spMkLst>
            <pc:docMk/>
            <pc:sldMk cId="3018411539" sldId="267"/>
            <ac:spMk id="2" creationId="{1C023F98-2A39-4A7F-B7A7-815E27432D2B}"/>
          </ac:spMkLst>
        </pc:spChg>
        <pc:spChg chg="add mod ord">
          <ac:chgData name="Tran" userId="1dd04d15cf403ec6" providerId="LiveId" clId="{470A8F7F-D597-4D2F-9CA9-40F3167260EF}" dt="2021-01-21T03:14:57.810" v="2750" actId="700"/>
          <ac:spMkLst>
            <pc:docMk/>
            <pc:sldMk cId="3018411539" sldId="267"/>
            <ac:spMk id="3" creationId="{149421CD-DABB-48D4-91B6-8FFDCAC462E4}"/>
          </ac:spMkLst>
        </pc:spChg>
        <pc:spChg chg="add mod ord">
          <ac:chgData name="Tran" userId="1dd04d15cf403ec6" providerId="LiveId" clId="{470A8F7F-D597-4D2F-9CA9-40F3167260EF}" dt="2021-01-21T03:14:57.810" v="2750" actId="700"/>
          <ac:spMkLst>
            <pc:docMk/>
            <pc:sldMk cId="3018411539" sldId="267"/>
            <ac:spMk id="4" creationId="{EB7690CF-E567-47AB-AE13-CEF2D36D85BE}"/>
          </ac:spMkLst>
        </pc:spChg>
      </pc:sldChg>
      <pc:sldChg chg="addSp delSp modSp new mod setBg modClrScheme setClrOvrMap chgLayout">
        <pc:chgData name="Tran" userId="1dd04d15cf403ec6" providerId="LiveId" clId="{470A8F7F-D597-4D2F-9CA9-40F3167260EF}" dt="2021-01-21T03:22:57.198" v="3135" actId="1076"/>
        <pc:sldMkLst>
          <pc:docMk/>
          <pc:sldMk cId="4185532660" sldId="268"/>
        </pc:sldMkLst>
        <pc:spChg chg="del mod ord">
          <ac:chgData name="Tran" userId="1dd04d15cf403ec6" providerId="LiveId" clId="{470A8F7F-D597-4D2F-9CA9-40F3167260EF}" dt="2021-01-21T03:16:02.570" v="2764" actId="700"/>
          <ac:spMkLst>
            <pc:docMk/>
            <pc:sldMk cId="4185532660" sldId="268"/>
            <ac:spMk id="2" creationId="{9AC71AA6-9AAF-4E52-8C26-D4D9B67AC1B1}"/>
          </ac:spMkLst>
        </pc:spChg>
        <pc:spChg chg="del">
          <ac:chgData name="Tran" userId="1dd04d15cf403ec6" providerId="LiveId" clId="{470A8F7F-D597-4D2F-9CA9-40F3167260EF}" dt="2021-01-21T03:16:02.570" v="2764" actId="700"/>
          <ac:spMkLst>
            <pc:docMk/>
            <pc:sldMk cId="4185532660" sldId="268"/>
            <ac:spMk id="3" creationId="{5BD66C8C-0AD6-4696-9F0D-13D7DAA81F59}"/>
          </ac:spMkLst>
        </pc:spChg>
        <pc:spChg chg="add mod ord">
          <ac:chgData name="Tran" userId="1dd04d15cf403ec6" providerId="LiveId" clId="{470A8F7F-D597-4D2F-9CA9-40F3167260EF}" dt="2021-01-21T03:18:28.032" v="2818" actId="14100"/>
          <ac:spMkLst>
            <pc:docMk/>
            <pc:sldMk cId="4185532660" sldId="268"/>
            <ac:spMk id="4" creationId="{1A9C50B0-D7DD-42AC-B622-22FD911548A1}"/>
          </ac:spMkLst>
        </pc:spChg>
        <pc:spChg chg="add mod">
          <ac:chgData name="Tran" userId="1dd04d15cf403ec6" providerId="LiveId" clId="{470A8F7F-D597-4D2F-9CA9-40F3167260EF}" dt="2021-01-21T03:22:57.198" v="3135" actId="1076"/>
          <ac:spMkLst>
            <pc:docMk/>
            <pc:sldMk cId="4185532660" sldId="268"/>
            <ac:spMk id="7" creationId="{FE3EFEAF-8592-43A7-840B-B9AD2AEB9B75}"/>
          </ac:spMkLst>
        </pc:spChg>
        <pc:spChg chg="add del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12" creationId="{1E94681D-2A4C-4A8D-B9B5-31D440D0328D}"/>
          </ac:spMkLst>
        </pc:spChg>
        <pc:spChg chg="add del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14" creationId="{04B7AC44-1B7B-4F09-9AA4-3DFDEC5751A8}"/>
          </ac:spMkLst>
        </pc:spChg>
        <pc:spChg chg="add del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16" creationId="{6683E473-94FF-4ACE-9433-1F14799E8907}"/>
          </ac:spMkLst>
        </pc:spChg>
        <pc:spChg chg="add del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18" creationId="{4E9EDDFA-8F05-462B-8D3E-5B9C4FBC735B}"/>
          </ac:spMkLst>
        </pc:spChg>
        <pc:spChg chg="add del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20" creationId="{143F9A23-3237-4ED6-A1E9-C0E6530E053B}"/>
          </ac:spMkLst>
        </pc:spChg>
        <pc:spChg chg="add del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22" creationId="{C63CD46D-4335-4BA4-842A-BF835A99CB2C}"/>
          </ac:spMkLst>
        </pc:spChg>
        <pc:spChg chg="add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27" creationId="{1E94681D-2A4C-4A8D-B9B5-31D440D0328D}"/>
          </ac:spMkLst>
        </pc:spChg>
        <pc:spChg chg="add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29" creationId="{04B7AC44-1B7B-4F09-9AA4-3DFDEC5751A8}"/>
          </ac:spMkLst>
        </pc:spChg>
        <pc:spChg chg="add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31" creationId="{6683E473-94FF-4ACE-9433-1F14799E8907}"/>
          </ac:spMkLst>
        </pc:spChg>
        <pc:spChg chg="add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33" creationId="{0BBB6B01-5B73-410C-B70E-8CF2FA470D11}"/>
          </ac:spMkLst>
        </pc:spChg>
        <pc:spChg chg="add">
          <ac:chgData name="Tran" userId="1dd04d15cf403ec6" providerId="LiveId" clId="{470A8F7F-D597-4D2F-9CA9-40F3167260EF}" dt="2021-01-21T03:18:15.941" v="2808" actId="26606"/>
          <ac:spMkLst>
            <pc:docMk/>
            <pc:sldMk cId="4185532660" sldId="268"/>
            <ac:spMk id="35" creationId="{8712F587-12D0-435C-8E3F-F44C36EE71B8}"/>
          </ac:spMkLst>
        </pc:spChg>
        <pc:picChg chg="add mod ord">
          <ac:chgData name="Tran" userId="1dd04d15cf403ec6" providerId="LiveId" clId="{470A8F7F-D597-4D2F-9CA9-40F3167260EF}" dt="2021-01-21T03:18:15.941" v="2808" actId="26606"/>
          <ac:picMkLst>
            <pc:docMk/>
            <pc:sldMk cId="4185532660" sldId="268"/>
            <ac:picMk id="6" creationId="{C4AA0354-A20B-4910-86F4-41281CE87DB4}"/>
          </ac:picMkLst>
        </pc:picChg>
      </pc:sldChg>
      <pc:sldChg chg="addSp delSp modSp new mod">
        <pc:chgData name="Tran" userId="1dd04d15cf403ec6" providerId="LiveId" clId="{470A8F7F-D597-4D2F-9CA9-40F3167260EF}" dt="2021-01-21T04:23:04.475" v="3854" actId="20577"/>
        <pc:sldMkLst>
          <pc:docMk/>
          <pc:sldMk cId="1603708374" sldId="269"/>
        </pc:sldMkLst>
        <pc:spChg chg="del mod">
          <ac:chgData name="Tran" userId="1dd04d15cf403ec6" providerId="LiveId" clId="{470A8F7F-D597-4D2F-9CA9-40F3167260EF}" dt="2021-01-21T03:31:12.302" v="3706" actId="478"/>
          <ac:spMkLst>
            <pc:docMk/>
            <pc:sldMk cId="1603708374" sldId="269"/>
            <ac:spMk id="2" creationId="{383B1D48-FB10-46D5-B804-5435586F1FFE}"/>
          </ac:spMkLst>
        </pc:spChg>
        <pc:spChg chg="add mod">
          <ac:chgData name="Tran" userId="1dd04d15cf403ec6" providerId="LiveId" clId="{470A8F7F-D597-4D2F-9CA9-40F3167260EF}" dt="2021-01-21T04:23:04.475" v="3854" actId="20577"/>
          <ac:spMkLst>
            <pc:docMk/>
            <pc:sldMk cId="1603708374" sldId="269"/>
            <ac:spMk id="5" creationId="{E3E2C8FC-67F4-4074-8CF6-29406CA4CE1F}"/>
          </ac:spMkLst>
        </pc:spChg>
        <pc:picChg chg="add mod">
          <ac:chgData name="Tran" userId="1dd04d15cf403ec6" providerId="LiveId" clId="{470A8F7F-D597-4D2F-9CA9-40F3167260EF}" dt="2021-01-21T03:32:23.420" v="3720" actId="14100"/>
          <ac:picMkLst>
            <pc:docMk/>
            <pc:sldMk cId="1603708374" sldId="269"/>
            <ac:picMk id="4" creationId="{81E6684B-81C0-4AD3-BFFF-8678465654CD}"/>
          </ac:picMkLst>
        </pc:picChg>
      </pc:sldChg>
      <pc:sldChg chg="addSp modSp new del mod">
        <pc:chgData name="Tran" userId="1dd04d15cf403ec6" providerId="LiveId" clId="{470A8F7F-D597-4D2F-9CA9-40F3167260EF}" dt="2021-01-21T04:16:50.280" v="3853" actId="47"/>
        <pc:sldMkLst>
          <pc:docMk/>
          <pc:sldMk cId="3718831520" sldId="270"/>
        </pc:sldMkLst>
        <pc:spChg chg="mod">
          <ac:chgData name="Tran" userId="1dd04d15cf403ec6" providerId="LiveId" clId="{470A8F7F-D597-4D2F-9CA9-40F3167260EF}" dt="2021-01-21T03:38:37.153" v="3766" actId="5793"/>
          <ac:spMkLst>
            <pc:docMk/>
            <pc:sldMk cId="3718831520" sldId="270"/>
            <ac:spMk id="2" creationId="{D0035AF0-92C2-44D2-9CD4-19EAF12F605D}"/>
          </ac:spMkLst>
        </pc:spChg>
        <pc:spChg chg="add mod">
          <ac:chgData name="Tran" userId="1dd04d15cf403ec6" providerId="LiveId" clId="{470A8F7F-D597-4D2F-9CA9-40F3167260EF}" dt="2021-01-21T03:41:00.278" v="3775" actId="12"/>
          <ac:spMkLst>
            <pc:docMk/>
            <pc:sldMk cId="3718831520" sldId="270"/>
            <ac:spMk id="3" creationId="{C7A82684-AD9F-4CD6-A89E-836ACD4E0B3C}"/>
          </ac:spMkLst>
        </pc:spChg>
      </pc:sldChg>
      <pc:sldChg chg="modSp add del mod ord">
        <pc:chgData name="Tran" userId="1dd04d15cf403ec6" providerId="LiveId" clId="{470A8F7F-D597-4D2F-9CA9-40F3167260EF}" dt="2021-01-21T04:16:49.064" v="3852" actId="47"/>
        <pc:sldMkLst>
          <pc:docMk/>
          <pc:sldMk cId="4243532361" sldId="271"/>
        </pc:sldMkLst>
        <pc:spChg chg="mod">
          <ac:chgData name="Tran" userId="1dd04d15cf403ec6" providerId="LiveId" clId="{470A8F7F-D597-4D2F-9CA9-40F3167260EF}" dt="2021-01-21T03:38:29.476" v="3757" actId="20577"/>
          <ac:spMkLst>
            <pc:docMk/>
            <pc:sldMk cId="4243532361" sldId="271"/>
            <ac:spMk id="4" creationId="{601C9592-AAE7-46FD-9B9B-CE9E4A878A5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F0F832-E76C-429E-835A-E0734568494D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7082B4B-F88A-44C1-93C3-CE28EF33B1B9}">
      <dgm:prSet/>
      <dgm:spPr/>
      <dgm:t>
        <a:bodyPr/>
        <a:lstStyle/>
        <a:p>
          <a:r>
            <a:rPr lang="en-US"/>
            <a:t>UAC</a:t>
          </a:r>
        </a:p>
      </dgm:t>
    </dgm:pt>
    <dgm:pt modelId="{6CBB612D-725F-4396-B28A-1CF36540AF39}" type="parTrans" cxnId="{52008A32-7824-4706-A371-6D1E78F6907B}">
      <dgm:prSet/>
      <dgm:spPr/>
      <dgm:t>
        <a:bodyPr/>
        <a:lstStyle/>
        <a:p>
          <a:endParaRPr lang="en-US"/>
        </a:p>
      </dgm:t>
    </dgm:pt>
    <dgm:pt modelId="{73C26FAE-63B7-4E96-BC59-1C5FF8F60057}" type="sibTrans" cxnId="{52008A32-7824-4706-A371-6D1E78F6907B}">
      <dgm:prSet/>
      <dgm:spPr/>
      <dgm:t>
        <a:bodyPr/>
        <a:lstStyle/>
        <a:p>
          <a:endParaRPr lang="en-US"/>
        </a:p>
      </dgm:t>
    </dgm:pt>
    <dgm:pt modelId="{53E83BB2-9BF2-48CF-A79D-98145BFC3F7A}">
      <dgm:prSet/>
      <dgm:spPr/>
      <dgm:t>
        <a:bodyPr/>
        <a:lstStyle/>
        <a:p>
          <a:r>
            <a:rPr lang="en-US"/>
            <a:t>UAC là gì ?</a:t>
          </a:r>
        </a:p>
      </dgm:t>
    </dgm:pt>
    <dgm:pt modelId="{880041AF-E177-4490-B810-327C039C98D8}" type="parTrans" cxnId="{3D705831-52C8-485D-83F9-6A0446DAB71E}">
      <dgm:prSet/>
      <dgm:spPr/>
      <dgm:t>
        <a:bodyPr/>
        <a:lstStyle/>
        <a:p>
          <a:endParaRPr lang="en-US"/>
        </a:p>
      </dgm:t>
    </dgm:pt>
    <dgm:pt modelId="{EAD811C1-E273-444D-9A95-E5BF45821A5A}" type="sibTrans" cxnId="{3D705831-52C8-485D-83F9-6A0446DAB71E}">
      <dgm:prSet/>
      <dgm:spPr/>
      <dgm:t>
        <a:bodyPr/>
        <a:lstStyle/>
        <a:p>
          <a:endParaRPr lang="en-US"/>
        </a:p>
      </dgm:t>
    </dgm:pt>
    <dgm:pt modelId="{682FD6DE-C496-44EB-8F6A-8C4B5E18EA1B}">
      <dgm:prSet/>
      <dgm:spPr/>
      <dgm:t>
        <a:bodyPr/>
        <a:lstStyle/>
        <a:p>
          <a:r>
            <a:rPr lang="en-US" dirty="0"/>
            <a:t>UAC </a:t>
          </a:r>
          <a:r>
            <a:rPr lang="en-US" dirty="0" err="1"/>
            <a:t>hoạt</a:t>
          </a:r>
          <a:r>
            <a:rPr lang="en-US" dirty="0"/>
            <a:t> </a:t>
          </a:r>
          <a:r>
            <a:rPr lang="en-US" dirty="0" err="1"/>
            <a:t>động</a:t>
          </a:r>
          <a:r>
            <a:rPr lang="en-US" dirty="0"/>
            <a:t> </a:t>
          </a:r>
          <a:r>
            <a:rPr lang="en-US" dirty="0" err="1"/>
            <a:t>như</a:t>
          </a:r>
          <a:r>
            <a:rPr lang="en-US" dirty="0"/>
            <a:t> </a:t>
          </a:r>
          <a:r>
            <a:rPr lang="en-US" dirty="0" err="1"/>
            <a:t>thế</a:t>
          </a:r>
          <a:r>
            <a:rPr lang="en-US" dirty="0"/>
            <a:t> </a:t>
          </a:r>
          <a:r>
            <a:rPr lang="en-US" dirty="0" err="1"/>
            <a:t>nào</a:t>
          </a:r>
          <a:r>
            <a:rPr lang="en-US" dirty="0"/>
            <a:t> ?</a:t>
          </a:r>
        </a:p>
      </dgm:t>
    </dgm:pt>
    <dgm:pt modelId="{0B086C81-DF4A-44F8-91DC-B240480A68E7}" type="parTrans" cxnId="{A520F7F2-19C0-4E6E-B024-B36F2248D529}">
      <dgm:prSet/>
      <dgm:spPr/>
      <dgm:t>
        <a:bodyPr/>
        <a:lstStyle/>
        <a:p>
          <a:endParaRPr lang="en-US"/>
        </a:p>
      </dgm:t>
    </dgm:pt>
    <dgm:pt modelId="{A3975260-E512-4A40-96EE-6CDAA9CDC0DC}" type="sibTrans" cxnId="{A520F7F2-19C0-4E6E-B024-B36F2248D529}">
      <dgm:prSet/>
      <dgm:spPr/>
      <dgm:t>
        <a:bodyPr/>
        <a:lstStyle/>
        <a:p>
          <a:endParaRPr lang="en-US"/>
        </a:p>
      </dgm:t>
    </dgm:pt>
    <dgm:pt modelId="{8CA39B37-C502-4587-93BF-84BF9E845BBF}">
      <dgm:prSet/>
      <dgm:spPr/>
      <dgm:t>
        <a:bodyPr/>
        <a:lstStyle/>
        <a:p>
          <a:r>
            <a:rPr lang="en-US"/>
            <a:t>FODHelper</a:t>
          </a:r>
        </a:p>
      </dgm:t>
    </dgm:pt>
    <dgm:pt modelId="{C498CEB3-7CEF-41BA-B6C0-A4A7B7FF8599}" type="parTrans" cxnId="{7727AF75-A2F3-47D2-B01E-2D770F66751A}">
      <dgm:prSet/>
      <dgm:spPr/>
      <dgm:t>
        <a:bodyPr/>
        <a:lstStyle/>
        <a:p>
          <a:endParaRPr lang="en-US"/>
        </a:p>
      </dgm:t>
    </dgm:pt>
    <dgm:pt modelId="{0AFBC698-481E-403E-938B-4E0102DB2C2D}" type="sibTrans" cxnId="{7727AF75-A2F3-47D2-B01E-2D770F66751A}">
      <dgm:prSet/>
      <dgm:spPr/>
      <dgm:t>
        <a:bodyPr/>
        <a:lstStyle/>
        <a:p>
          <a:endParaRPr lang="en-US"/>
        </a:p>
      </dgm:t>
    </dgm:pt>
    <dgm:pt modelId="{1D62616D-0091-40C8-9697-207D1ACE05D0}">
      <dgm:prSet/>
      <dgm:spPr/>
      <dgm:t>
        <a:bodyPr/>
        <a:lstStyle/>
        <a:p>
          <a:r>
            <a:rPr lang="en-US"/>
            <a:t>Bypass UAC</a:t>
          </a:r>
        </a:p>
      </dgm:t>
    </dgm:pt>
    <dgm:pt modelId="{51B3A22A-B7AF-4170-862C-E84C510B1CA7}" type="parTrans" cxnId="{10E0C590-6074-4213-8898-CBDF249A9E05}">
      <dgm:prSet/>
      <dgm:spPr/>
      <dgm:t>
        <a:bodyPr/>
        <a:lstStyle/>
        <a:p>
          <a:endParaRPr lang="en-US"/>
        </a:p>
      </dgm:t>
    </dgm:pt>
    <dgm:pt modelId="{22EEDA4C-F32F-45FC-BD98-3EC2AD6AEAC5}" type="sibTrans" cxnId="{10E0C590-6074-4213-8898-CBDF249A9E05}">
      <dgm:prSet/>
      <dgm:spPr/>
      <dgm:t>
        <a:bodyPr/>
        <a:lstStyle/>
        <a:p>
          <a:endParaRPr lang="en-US"/>
        </a:p>
      </dgm:t>
    </dgm:pt>
    <dgm:pt modelId="{A6C67409-747E-43D9-A348-96BC268F9B90}">
      <dgm:prSet/>
      <dgm:spPr/>
      <dgm:t>
        <a:bodyPr/>
        <a:lstStyle/>
        <a:p>
          <a:r>
            <a:rPr lang="en-US"/>
            <a:t>FODHelper là gì ?</a:t>
          </a:r>
        </a:p>
      </dgm:t>
    </dgm:pt>
    <dgm:pt modelId="{65D319A1-4234-4BB3-A98A-606665704BE2}" type="parTrans" cxnId="{A14E63F9-5934-43A8-8B60-275825CED227}">
      <dgm:prSet/>
      <dgm:spPr/>
      <dgm:t>
        <a:bodyPr/>
        <a:lstStyle/>
        <a:p>
          <a:endParaRPr lang="en-US"/>
        </a:p>
      </dgm:t>
    </dgm:pt>
    <dgm:pt modelId="{5BA99411-D1C3-45E1-B9AB-FA56F7AC8D89}" type="sibTrans" cxnId="{A14E63F9-5934-43A8-8B60-275825CED227}">
      <dgm:prSet/>
      <dgm:spPr/>
      <dgm:t>
        <a:bodyPr/>
        <a:lstStyle/>
        <a:p>
          <a:endParaRPr lang="en-US"/>
        </a:p>
      </dgm:t>
    </dgm:pt>
    <dgm:pt modelId="{B6873D79-6110-4CD5-B639-24954E2115AB}">
      <dgm:prSet/>
      <dgm:spPr/>
      <dgm:t>
        <a:bodyPr/>
        <a:lstStyle/>
        <a:p>
          <a:r>
            <a:rPr lang="en-US"/>
            <a:t>Tại sao lại chọn FODHelper ?</a:t>
          </a:r>
        </a:p>
      </dgm:t>
    </dgm:pt>
    <dgm:pt modelId="{786B0F7F-D829-464A-841E-8A05CC5A0433}" type="parTrans" cxnId="{56023783-56F9-4058-8497-80D697175C8E}">
      <dgm:prSet/>
      <dgm:spPr/>
      <dgm:t>
        <a:bodyPr/>
        <a:lstStyle/>
        <a:p>
          <a:endParaRPr lang="en-US"/>
        </a:p>
      </dgm:t>
    </dgm:pt>
    <dgm:pt modelId="{50B13064-4385-4703-977C-C4F74C18FEB8}" type="sibTrans" cxnId="{56023783-56F9-4058-8497-80D697175C8E}">
      <dgm:prSet/>
      <dgm:spPr/>
      <dgm:t>
        <a:bodyPr/>
        <a:lstStyle/>
        <a:p>
          <a:endParaRPr lang="en-US"/>
        </a:p>
      </dgm:t>
    </dgm:pt>
    <dgm:pt modelId="{AAD60789-BC03-4C24-AA6E-6D9C45D0230A}" type="pres">
      <dgm:prSet presAssocID="{CBF0F832-E76C-429E-835A-E0734568494D}" presName="linear" presStyleCnt="0">
        <dgm:presLayoutVars>
          <dgm:dir/>
          <dgm:animLvl val="lvl"/>
          <dgm:resizeHandles val="exact"/>
        </dgm:presLayoutVars>
      </dgm:prSet>
      <dgm:spPr/>
    </dgm:pt>
    <dgm:pt modelId="{F05EB31E-6891-4334-B72E-D9EADE33E180}" type="pres">
      <dgm:prSet presAssocID="{67082B4B-F88A-44C1-93C3-CE28EF33B1B9}" presName="parentLin" presStyleCnt="0"/>
      <dgm:spPr/>
    </dgm:pt>
    <dgm:pt modelId="{BF986350-C286-4876-A3BF-94AE990021E1}" type="pres">
      <dgm:prSet presAssocID="{67082B4B-F88A-44C1-93C3-CE28EF33B1B9}" presName="parentLeftMargin" presStyleLbl="node1" presStyleIdx="0" presStyleCnt="2"/>
      <dgm:spPr/>
    </dgm:pt>
    <dgm:pt modelId="{8B03BA75-5000-4FBD-B49D-5C3BC4315948}" type="pres">
      <dgm:prSet presAssocID="{67082B4B-F88A-44C1-93C3-CE28EF33B1B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F5C5B1B-3A4A-4CD4-BE1D-6ACE42AEF2A7}" type="pres">
      <dgm:prSet presAssocID="{67082B4B-F88A-44C1-93C3-CE28EF33B1B9}" presName="negativeSpace" presStyleCnt="0"/>
      <dgm:spPr/>
    </dgm:pt>
    <dgm:pt modelId="{6BEB795D-EAE5-4524-8A6F-9D5CEB5835F4}" type="pres">
      <dgm:prSet presAssocID="{67082B4B-F88A-44C1-93C3-CE28EF33B1B9}" presName="childText" presStyleLbl="conFgAcc1" presStyleIdx="0" presStyleCnt="2">
        <dgm:presLayoutVars>
          <dgm:bulletEnabled val="1"/>
        </dgm:presLayoutVars>
      </dgm:prSet>
      <dgm:spPr/>
    </dgm:pt>
    <dgm:pt modelId="{3970E12F-866D-406D-AEDC-575A3FE964A0}" type="pres">
      <dgm:prSet presAssocID="{73C26FAE-63B7-4E96-BC59-1C5FF8F60057}" presName="spaceBetweenRectangles" presStyleCnt="0"/>
      <dgm:spPr/>
    </dgm:pt>
    <dgm:pt modelId="{644E0791-D33F-46A6-8416-D9493AAE847F}" type="pres">
      <dgm:prSet presAssocID="{8CA39B37-C502-4587-93BF-84BF9E845BBF}" presName="parentLin" presStyleCnt="0"/>
      <dgm:spPr/>
    </dgm:pt>
    <dgm:pt modelId="{A0239C21-74E5-4B19-9CD1-32D224D9BEE9}" type="pres">
      <dgm:prSet presAssocID="{8CA39B37-C502-4587-93BF-84BF9E845BBF}" presName="parentLeftMargin" presStyleLbl="node1" presStyleIdx="0" presStyleCnt="2"/>
      <dgm:spPr/>
    </dgm:pt>
    <dgm:pt modelId="{17C871E9-3967-49F4-A015-DF41FF5DE106}" type="pres">
      <dgm:prSet presAssocID="{8CA39B37-C502-4587-93BF-84BF9E845BB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1F72467-2378-472B-938D-BED5D9B575B4}" type="pres">
      <dgm:prSet presAssocID="{8CA39B37-C502-4587-93BF-84BF9E845BBF}" presName="negativeSpace" presStyleCnt="0"/>
      <dgm:spPr/>
    </dgm:pt>
    <dgm:pt modelId="{FD667C91-D537-4CB2-AA62-7BE6E2B6083E}" type="pres">
      <dgm:prSet presAssocID="{8CA39B37-C502-4587-93BF-84BF9E845BB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7FECB19-56CD-487E-8C38-555E405A1901}" type="presOf" srcId="{67082B4B-F88A-44C1-93C3-CE28EF33B1B9}" destId="{BF986350-C286-4876-A3BF-94AE990021E1}" srcOrd="0" destOrd="0" presId="urn:microsoft.com/office/officeart/2005/8/layout/list1"/>
    <dgm:cxn modelId="{3D705831-52C8-485D-83F9-6A0446DAB71E}" srcId="{67082B4B-F88A-44C1-93C3-CE28EF33B1B9}" destId="{53E83BB2-9BF2-48CF-A79D-98145BFC3F7A}" srcOrd="0" destOrd="0" parTransId="{880041AF-E177-4490-B810-327C039C98D8}" sibTransId="{EAD811C1-E273-444D-9A95-E5BF45821A5A}"/>
    <dgm:cxn modelId="{52008A32-7824-4706-A371-6D1E78F6907B}" srcId="{CBF0F832-E76C-429E-835A-E0734568494D}" destId="{67082B4B-F88A-44C1-93C3-CE28EF33B1B9}" srcOrd="0" destOrd="0" parTransId="{6CBB612D-725F-4396-B28A-1CF36540AF39}" sibTransId="{73C26FAE-63B7-4E96-BC59-1C5FF8F60057}"/>
    <dgm:cxn modelId="{E87FE267-5936-4738-A5DB-E7F8FAB01941}" type="presOf" srcId="{67082B4B-F88A-44C1-93C3-CE28EF33B1B9}" destId="{8B03BA75-5000-4FBD-B49D-5C3BC4315948}" srcOrd="1" destOrd="0" presId="urn:microsoft.com/office/officeart/2005/8/layout/list1"/>
    <dgm:cxn modelId="{7727AF75-A2F3-47D2-B01E-2D770F66751A}" srcId="{CBF0F832-E76C-429E-835A-E0734568494D}" destId="{8CA39B37-C502-4587-93BF-84BF9E845BBF}" srcOrd="1" destOrd="0" parTransId="{C498CEB3-7CEF-41BA-B6C0-A4A7B7FF8599}" sibTransId="{0AFBC698-481E-403E-938B-4E0102DB2C2D}"/>
    <dgm:cxn modelId="{FD1C6C82-B5F5-4147-89BB-8D9683A8C6D6}" type="presOf" srcId="{682FD6DE-C496-44EB-8F6A-8C4B5E18EA1B}" destId="{6BEB795D-EAE5-4524-8A6F-9D5CEB5835F4}" srcOrd="0" destOrd="1" presId="urn:microsoft.com/office/officeart/2005/8/layout/list1"/>
    <dgm:cxn modelId="{56023783-56F9-4058-8497-80D697175C8E}" srcId="{8CA39B37-C502-4587-93BF-84BF9E845BBF}" destId="{B6873D79-6110-4CD5-B639-24954E2115AB}" srcOrd="2" destOrd="0" parTransId="{786B0F7F-D829-464A-841E-8A05CC5A0433}" sibTransId="{50B13064-4385-4703-977C-C4F74C18FEB8}"/>
    <dgm:cxn modelId="{1181FA86-0E05-4E7D-AFDF-FE5B2830FDE4}" type="presOf" srcId="{8CA39B37-C502-4587-93BF-84BF9E845BBF}" destId="{17C871E9-3967-49F4-A015-DF41FF5DE106}" srcOrd="1" destOrd="0" presId="urn:microsoft.com/office/officeart/2005/8/layout/list1"/>
    <dgm:cxn modelId="{21125390-CBAD-464E-89B0-FE8BDC04C20D}" type="presOf" srcId="{8CA39B37-C502-4587-93BF-84BF9E845BBF}" destId="{A0239C21-74E5-4B19-9CD1-32D224D9BEE9}" srcOrd="0" destOrd="0" presId="urn:microsoft.com/office/officeart/2005/8/layout/list1"/>
    <dgm:cxn modelId="{10E0C590-6074-4213-8898-CBDF249A9E05}" srcId="{8CA39B37-C502-4587-93BF-84BF9E845BBF}" destId="{1D62616D-0091-40C8-9697-207D1ACE05D0}" srcOrd="0" destOrd="0" parTransId="{51B3A22A-B7AF-4170-862C-E84C510B1CA7}" sibTransId="{22EEDA4C-F32F-45FC-BD98-3EC2AD6AEAC5}"/>
    <dgm:cxn modelId="{E19FB89D-190B-408A-95EB-F64CE67988C7}" type="presOf" srcId="{A6C67409-747E-43D9-A348-96BC268F9B90}" destId="{FD667C91-D537-4CB2-AA62-7BE6E2B6083E}" srcOrd="0" destOrd="1" presId="urn:microsoft.com/office/officeart/2005/8/layout/list1"/>
    <dgm:cxn modelId="{9E9995D1-5F2B-4DD8-9275-B0746561C6FB}" type="presOf" srcId="{CBF0F832-E76C-429E-835A-E0734568494D}" destId="{AAD60789-BC03-4C24-AA6E-6D9C45D0230A}" srcOrd="0" destOrd="0" presId="urn:microsoft.com/office/officeart/2005/8/layout/list1"/>
    <dgm:cxn modelId="{6C300CD8-7862-4CE2-A05E-D89578B566C0}" type="presOf" srcId="{1D62616D-0091-40C8-9697-207D1ACE05D0}" destId="{FD667C91-D537-4CB2-AA62-7BE6E2B6083E}" srcOrd="0" destOrd="0" presId="urn:microsoft.com/office/officeart/2005/8/layout/list1"/>
    <dgm:cxn modelId="{F84021E1-9A27-4214-98B3-D3679C912F5A}" type="presOf" srcId="{53E83BB2-9BF2-48CF-A79D-98145BFC3F7A}" destId="{6BEB795D-EAE5-4524-8A6F-9D5CEB5835F4}" srcOrd="0" destOrd="0" presId="urn:microsoft.com/office/officeart/2005/8/layout/list1"/>
    <dgm:cxn modelId="{24CF93EF-9DAD-40BA-B8FC-2361A9A24C9C}" type="presOf" srcId="{B6873D79-6110-4CD5-B639-24954E2115AB}" destId="{FD667C91-D537-4CB2-AA62-7BE6E2B6083E}" srcOrd="0" destOrd="2" presId="urn:microsoft.com/office/officeart/2005/8/layout/list1"/>
    <dgm:cxn modelId="{A520F7F2-19C0-4E6E-B024-B36F2248D529}" srcId="{67082B4B-F88A-44C1-93C3-CE28EF33B1B9}" destId="{682FD6DE-C496-44EB-8F6A-8C4B5E18EA1B}" srcOrd="1" destOrd="0" parTransId="{0B086C81-DF4A-44F8-91DC-B240480A68E7}" sibTransId="{A3975260-E512-4A40-96EE-6CDAA9CDC0DC}"/>
    <dgm:cxn modelId="{A14E63F9-5934-43A8-8B60-275825CED227}" srcId="{8CA39B37-C502-4587-93BF-84BF9E845BBF}" destId="{A6C67409-747E-43D9-A348-96BC268F9B90}" srcOrd="1" destOrd="0" parTransId="{65D319A1-4234-4BB3-A98A-606665704BE2}" sibTransId="{5BA99411-D1C3-45E1-B9AB-FA56F7AC8D89}"/>
    <dgm:cxn modelId="{ADBEA6D4-0D5A-4B1A-ACCD-F7B4E52BC5C1}" type="presParOf" srcId="{AAD60789-BC03-4C24-AA6E-6D9C45D0230A}" destId="{F05EB31E-6891-4334-B72E-D9EADE33E180}" srcOrd="0" destOrd="0" presId="urn:microsoft.com/office/officeart/2005/8/layout/list1"/>
    <dgm:cxn modelId="{F2B67D5F-DAC4-436C-BEEF-6F0958F13572}" type="presParOf" srcId="{F05EB31E-6891-4334-B72E-D9EADE33E180}" destId="{BF986350-C286-4876-A3BF-94AE990021E1}" srcOrd="0" destOrd="0" presId="urn:microsoft.com/office/officeart/2005/8/layout/list1"/>
    <dgm:cxn modelId="{837F88BA-9FE9-454F-B6CA-DFBF3B111223}" type="presParOf" srcId="{F05EB31E-6891-4334-B72E-D9EADE33E180}" destId="{8B03BA75-5000-4FBD-B49D-5C3BC4315948}" srcOrd="1" destOrd="0" presId="urn:microsoft.com/office/officeart/2005/8/layout/list1"/>
    <dgm:cxn modelId="{14F449E9-C328-4E01-B799-6B5A536F8B9D}" type="presParOf" srcId="{AAD60789-BC03-4C24-AA6E-6D9C45D0230A}" destId="{BF5C5B1B-3A4A-4CD4-BE1D-6ACE42AEF2A7}" srcOrd="1" destOrd="0" presId="urn:microsoft.com/office/officeart/2005/8/layout/list1"/>
    <dgm:cxn modelId="{BE3C139B-1DF5-40E9-BAC1-425535A52673}" type="presParOf" srcId="{AAD60789-BC03-4C24-AA6E-6D9C45D0230A}" destId="{6BEB795D-EAE5-4524-8A6F-9D5CEB5835F4}" srcOrd="2" destOrd="0" presId="urn:microsoft.com/office/officeart/2005/8/layout/list1"/>
    <dgm:cxn modelId="{8955CCF9-E432-49CC-BB40-3E4934F04825}" type="presParOf" srcId="{AAD60789-BC03-4C24-AA6E-6D9C45D0230A}" destId="{3970E12F-866D-406D-AEDC-575A3FE964A0}" srcOrd="3" destOrd="0" presId="urn:microsoft.com/office/officeart/2005/8/layout/list1"/>
    <dgm:cxn modelId="{32ACC664-78F5-4B44-AACA-6C7A03DFAB4D}" type="presParOf" srcId="{AAD60789-BC03-4C24-AA6E-6D9C45D0230A}" destId="{644E0791-D33F-46A6-8416-D9493AAE847F}" srcOrd="4" destOrd="0" presId="urn:microsoft.com/office/officeart/2005/8/layout/list1"/>
    <dgm:cxn modelId="{D2D495A9-DFA1-430D-819A-CED572DDE8B5}" type="presParOf" srcId="{644E0791-D33F-46A6-8416-D9493AAE847F}" destId="{A0239C21-74E5-4B19-9CD1-32D224D9BEE9}" srcOrd="0" destOrd="0" presId="urn:microsoft.com/office/officeart/2005/8/layout/list1"/>
    <dgm:cxn modelId="{D214B4AE-3683-44D6-81E1-34898BCA3C26}" type="presParOf" srcId="{644E0791-D33F-46A6-8416-D9493AAE847F}" destId="{17C871E9-3967-49F4-A015-DF41FF5DE106}" srcOrd="1" destOrd="0" presId="urn:microsoft.com/office/officeart/2005/8/layout/list1"/>
    <dgm:cxn modelId="{1B6CF5CC-0ACF-40E8-97DA-8239945F859A}" type="presParOf" srcId="{AAD60789-BC03-4C24-AA6E-6D9C45D0230A}" destId="{C1F72467-2378-472B-938D-BED5D9B575B4}" srcOrd="5" destOrd="0" presId="urn:microsoft.com/office/officeart/2005/8/layout/list1"/>
    <dgm:cxn modelId="{D27791AA-E308-4685-B9F0-54A6AB158473}" type="presParOf" srcId="{AAD60789-BC03-4C24-AA6E-6D9C45D0230A}" destId="{FD667C91-D537-4CB2-AA62-7BE6E2B6083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EB795D-EAE5-4524-8A6F-9D5CEB5835F4}">
      <dsp:nvSpPr>
        <dsp:cNvPr id="0" name=""/>
        <dsp:cNvSpPr/>
      </dsp:nvSpPr>
      <dsp:spPr>
        <a:xfrm>
          <a:off x="0" y="583491"/>
          <a:ext cx="6342020" cy="1689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211" tIns="604012" rIns="4922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UAC là gì ?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UAC </a:t>
          </a:r>
          <a:r>
            <a:rPr lang="en-US" sz="2900" kern="1200" dirty="0" err="1"/>
            <a:t>hoạt</a:t>
          </a:r>
          <a:r>
            <a:rPr lang="en-US" sz="2900" kern="1200" dirty="0"/>
            <a:t> </a:t>
          </a:r>
          <a:r>
            <a:rPr lang="en-US" sz="2900" kern="1200" dirty="0" err="1"/>
            <a:t>động</a:t>
          </a:r>
          <a:r>
            <a:rPr lang="en-US" sz="2900" kern="1200" dirty="0"/>
            <a:t> </a:t>
          </a:r>
          <a:r>
            <a:rPr lang="en-US" sz="2900" kern="1200" dirty="0" err="1"/>
            <a:t>như</a:t>
          </a:r>
          <a:r>
            <a:rPr lang="en-US" sz="2900" kern="1200" dirty="0"/>
            <a:t> </a:t>
          </a:r>
          <a:r>
            <a:rPr lang="en-US" sz="2900" kern="1200" dirty="0" err="1"/>
            <a:t>thế</a:t>
          </a:r>
          <a:r>
            <a:rPr lang="en-US" sz="2900" kern="1200" dirty="0"/>
            <a:t> </a:t>
          </a:r>
          <a:r>
            <a:rPr lang="en-US" sz="2900" kern="1200" dirty="0" err="1"/>
            <a:t>nào</a:t>
          </a:r>
          <a:r>
            <a:rPr lang="en-US" sz="2900" kern="1200" dirty="0"/>
            <a:t> ?</a:t>
          </a:r>
        </a:p>
      </dsp:txBody>
      <dsp:txXfrm>
        <a:off x="0" y="583491"/>
        <a:ext cx="6342020" cy="1689975"/>
      </dsp:txXfrm>
    </dsp:sp>
    <dsp:sp modelId="{8B03BA75-5000-4FBD-B49D-5C3BC4315948}">
      <dsp:nvSpPr>
        <dsp:cNvPr id="0" name=""/>
        <dsp:cNvSpPr/>
      </dsp:nvSpPr>
      <dsp:spPr>
        <a:xfrm>
          <a:off x="317101" y="155451"/>
          <a:ext cx="4439414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799" tIns="0" rIns="167799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UAC</a:t>
          </a:r>
        </a:p>
      </dsp:txBody>
      <dsp:txXfrm>
        <a:off x="358891" y="197241"/>
        <a:ext cx="4355834" cy="772500"/>
      </dsp:txXfrm>
    </dsp:sp>
    <dsp:sp modelId="{FD667C91-D537-4CB2-AA62-7BE6E2B6083E}">
      <dsp:nvSpPr>
        <dsp:cNvPr id="0" name=""/>
        <dsp:cNvSpPr/>
      </dsp:nvSpPr>
      <dsp:spPr>
        <a:xfrm>
          <a:off x="0" y="2858106"/>
          <a:ext cx="6342020" cy="219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211" tIns="604012" rIns="4922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Bypass UAC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FODHelper là gì ?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Tại sao lại chọn FODHelper ?</a:t>
          </a:r>
        </a:p>
      </dsp:txBody>
      <dsp:txXfrm>
        <a:off x="0" y="2858106"/>
        <a:ext cx="6342020" cy="2192400"/>
      </dsp:txXfrm>
    </dsp:sp>
    <dsp:sp modelId="{17C871E9-3967-49F4-A015-DF41FF5DE106}">
      <dsp:nvSpPr>
        <dsp:cNvPr id="0" name=""/>
        <dsp:cNvSpPr/>
      </dsp:nvSpPr>
      <dsp:spPr>
        <a:xfrm>
          <a:off x="317101" y="2430066"/>
          <a:ext cx="4439414" cy="8560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799" tIns="0" rIns="167799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FODHelper</a:t>
          </a:r>
        </a:p>
      </dsp:txBody>
      <dsp:txXfrm>
        <a:off x="358891" y="2471856"/>
        <a:ext cx="4355834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1/21/2021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31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5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2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17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3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50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1/21/2021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868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6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4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20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18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3D17A-F21A-45B0-9AD7-C26B14CACD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14644" b="108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C22A70-F084-48EE-AFBC-E3E1C6B34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</p:spPr>
        <p:txBody>
          <a:bodyPr>
            <a:normAutofit/>
          </a:bodyPr>
          <a:lstStyle/>
          <a:p>
            <a:r>
              <a:rPr lang="en-US" dirty="0"/>
              <a:t>Bypass UAC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712E5-BA69-4799-929E-337E0C7B9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dirty="0" err="1">
                <a:solidFill>
                  <a:schemeClr val="tx1"/>
                </a:solidFill>
              </a:rPr>
              <a:t>FODHelper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529857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573B4-EA74-4A69-A57B-B32BACD4E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/>
              <a:t>Content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360D3A36-B38D-4465-BBE1-C739B96090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767668"/>
              </p:ext>
            </p:extLst>
          </p:nvPr>
        </p:nvGraphicFramePr>
        <p:xfrm>
          <a:off x="5478124" y="800947"/>
          <a:ext cx="6342020" cy="5205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961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1AB69-B4A2-4EDA-BA13-416B8A695B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1C9592-AAE7-46FD-9B9B-CE9E4A87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532" y="2091263"/>
            <a:ext cx="8652938" cy="24615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/>
              <a:t>user account control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C5324-2DB3-478C-988E-756740B16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9532" y="4623127"/>
            <a:ext cx="8655200" cy="4572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US" spc="8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4183043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EE3529-A56D-46A0-B68E-7D9D794A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UAC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FB16E-BEAF-466B-9D23-06F4E44C3F4D}"/>
              </a:ext>
            </a:extLst>
          </p:cNvPr>
          <p:cNvSpPr txBox="1"/>
          <p:nvPr/>
        </p:nvSpPr>
        <p:spPr>
          <a:xfrm>
            <a:off x="1066800" y="2014194"/>
            <a:ext cx="1005840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admin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mình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vi-VN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Nếu không có UAC,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admin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Khi UAC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bật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nó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User –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kể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Admin –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ràng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000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9F01-996C-4CF2-949D-AB340E68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UAC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D855C-0B41-476F-A474-1F320F354EBC}"/>
              </a:ext>
            </a:extLst>
          </p:cNvPr>
          <p:cNvSpPr txBox="1"/>
          <p:nvPr/>
        </p:nvSpPr>
        <p:spPr>
          <a:xfrm>
            <a:off x="1066800" y="2014194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D00CD-A666-4ADC-93AA-BD548ECA2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627" y="1814242"/>
            <a:ext cx="6420746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74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9F01-996C-4CF2-949D-AB340E685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73781"/>
            <a:ext cx="10058400" cy="13716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UAC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D8072-224E-4329-915F-9F0AF46E64FA}"/>
              </a:ext>
            </a:extLst>
          </p:cNvPr>
          <p:cNvSpPr txBox="1"/>
          <p:nvPr/>
        </p:nvSpPr>
        <p:spPr>
          <a:xfrm>
            <a:off x="1197429" y="5569075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Admin,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nhắc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6A515-A532-4F03-90D4-3A5526E06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650" y="1666629"/>
            <a:ext cx="6677957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51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9F01-996C-4CF2-949D-AB340E68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UAC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8757E-DB32-4C66-AEBE-556D2EB07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87" y="1743819"/>
            <a:ext cx="4876825" cy="447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7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9F01-996C-4CF2-949D-AB340E68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UAC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BCBCF-AE61-4F1F-9FD1-8E189D3A387A}"/>
              </a:ext>
            </a:extLst>
          </p:cNvPr>
          <p:cNvSpPr txBox="1"/>
          <p:nvPr/>
        </p:nvSpPr>
        <p:spPr>
          <a:xfrm>
            <a:off x="1066800" y="4474473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ngoại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UAC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thừa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cha con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45D22-446F-419A-B3C0-538289EC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001001"/>
            <a:ext cx="10058400" cy="85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9F01-996C-4CF2-949D-AB340E68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UAC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2A8ED-5FE2-444D-95DD-484DA04FD860}"/>
              </a:ext>
            </a:extLst>
          </p:cNvPr>
          <p:cNvSpPr txBox="1"/>
          <p:nvPr/>
        </p:nvSpPr>
        <p:spPr>
          <a:xfrm>
            <a:off x="1066800" y="2591046"/>
            <a:ext cx="10058400" cy="16759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/>
              <a:t>Ngoài</a:t>
            </a:r>
            <a:r>
              <a:rPr lang="en-US" dirty="0"/>
              <a:t> ra, UAC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1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ý.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Windows Executable –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file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kèm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OS,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Windows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Standard User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đổi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994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9F01-996C-4CF2-949D-AB340E68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UAC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14AB3-CD3F-49E9-8D26-CC9020D322B8}"/>
              </a:ext>
            </a:extLst>
          </p:cNvPr>
          <p:cNvSpPr txBox="1"/>
          <p:nvPr/>
        </p:nvSpPr>
        <p:spPr>
          <a:xfrm>
            <a:off x="1201783" y="2207623"/>
            <a:ext cx="9923417" cy="3334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Some actions that require privilege escalation are: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Changing restricted files and folders (such as %</a:t>
            </a:r>
            <a:r>
              <a:rPr lang="en-US" dirty="0" err="1"/>
              <a:t>SystemRoot</a:t>
            </a:r>
            <a:r>
              <a:rPr lang="en-US" dirty="0"/>
              <a:t>% and %</a:t>
            </a:r>
            <a:r>
              <a:rPr lang="en-US" dirty="0" err="1"/>
              <a:t>ProgramFiles</a:t>
            </a:r>
            <a:r>
              <a:rPr lang="en-US" dirty="0"/>
              <a:t>%)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Installing device drivers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Editing machine registry values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Committing system-wide changes</a:t>
            </a:r>
          </a:p>
          <a:p>
            <a:pPr lvl="1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 ….. </a:t>
            </a:r>
          </a:p>
        </p:txBody>
      </p:sp>
    </p:spTree>
    <p:extLst>
      <p:ext uri="{BB962C8B-B14F-4D97-AF65-F5344CB8AC3E}">
        <p14:creationId xmlns:p14="http://schemas.microsoft.com/office/powerpoint/2010/main" val="3434005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9F01-996C-4CF2-949D-AB340E68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UAC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21133-85EB-46D6-B79C-168BD43C7407}"/>
              </a:ext>
            </a:extLst>
          </p:cNvPr>
          <p:cNvSpPr txBox="1"/>
          <p:nvPr/>
        </p:nvSpPr>
        <p:spPr>
          <a:xfrm>
            <a:off x="1066800" y="1916783"/>
            <a:ext cx="10058400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UAC has 4 different security-level configurations:/nu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Always notify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all privilege elevation attempts are notified by UAC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Notify me only when programs try to make changes to my computer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all privilege elevation attempts are notified by UAC, except for attempts to change Windows settings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Notify me only when programs try to make changes to my computer (Don’t dim the desktop)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identical to the previous level, but UAC won’t use the secure desktop to prompt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Never notify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UAC is disabled</a:t>
            </a:r>
          </a:p>
        </p:txBody>
      </p:sp>
    </p:spTree>
    <p:extLst>
      <p:ext uri="{BB962C8B-B14F-4D97-AF65-F5344CB8AC3E}">
        <p14:creationId xmlns:p14="http://schemas.microsoft.com/office/powerpoint/2010/main" val="1589860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01AB69-B4A2-4EDA-BA13-416B8A695B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01C9592-AAE7-46FD-9B9B-CE9E4A878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532" y="2091263"/>
            <a:ext cx="8652938" cy="24615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 err="1"/>
              <a:t>FODHelper</a:t>
            </a:r>
            <a:endParaRPr lang="en-US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C5324-2DB3-478C-988E-756740B16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9532" y="4623127"/>
            <a:ext cx="8655200" cy="4572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US" spc="8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627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B7AC44-1B7B-4F09-9AA4-3DFDEC57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83E473-94FF-4ACE-9433-1F14799E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9C50B0-D7DD-42AC-B622-22FD91154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5096735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spc="0" dirty="0" err="1"/>
              <a:t>FODHelper</a:t>
            </a:r>
            <a:r>
              <a:rPr lang="en-US" sz="4800" spc="0" dirty="0"/>
              <a:t> </a:t>
            </a:r>
            <a:r>
              <a:rPr lang="en-US" sz="4800" spc="0" dirty="0" err="1"/>
              <a:t>là</a:t>
            </a:r>
            <a:r>
              <a:rPr lang="en-US" sz="4800" spc="0" dirty="0"/>
              <a:t> </a:t>
            </a:r>
            <a:r>
              <a:rPr lang="en-US" sz="4800" spc="0" dirty="0" err="1"/>
              <a:t>gì</a:t>
            </a:r>
            <a:r>
              <a:rPr lang="en-US" sz="4800" spc="0" dirty="0"/>
              <a:t>?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AA0354-A20B-4910-86F4-41281CE8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56" y="1845448"/>
            <a:ext cx="4414438" cy="3185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3EFEAF-8592-43A7-840B-B9AD2AEB9B75}"/>
              </a:ext>
            </a:extLst>
          </p:cNvPr>
          <p:cNvSpPr txBox="1"/>
          <p:nvPr/>
        </p:nvSpPr>
        <p:spPr>
          <a:xfrm>
            <a:off x="6579450" y="2373547"/>
            <a:ext cx="4957554" cy="349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182880" defTabSz="914400">
              <a:lnSpc>
                <a:spcPct val="20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r>
              <a:rPr lang="en-US" dirty="0"/>
              <a:t>Win 10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dung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,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giọng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,…. </a:t>
            </a:r>
            <a:r>
              <a:rPr lang="en-US" dirty="0" err="1"/>
              <a:t>FodHelper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“Manage Optional Features” </a:t>
            </a:r>
            <a:r>
              <a:rPr lang="en-US" dirty="0" err="1"/>
              <a:t>trong</a:t>
            </a:r>
            <a:r>
              <a:rPr lang="en-US" dirty="0"/>
              <a:t> Windows Settings.</a:t>
            </a:r>
          </a:p>
        </p:txBody>
      </p:sp>
    </p:spTree>
    <p:extLst>
      <p:ext uri="{BB962C8B-B14F-4D97-AF65-F5344CB8AC3E}">
        <p14:creationId xmlns:p14="http://schemas.microsoft.com/office/powerpoint/2010/main" val="4185532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E6684B-81C0-4AD3-BFFF-867846565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59" y="1074334"/>
            <a:ext cx="4981675" cy="47038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E2C8FC-67F4-4074-8CF6-29406CA4CE1F}"/>
              </a:ext>
            </a:extLst>
          </p:cNvPr>
          <p:cNvSpPr txBox="1"/>
          <p:nvPr/>
        </p:nvSpPr>
        <p:spPr>
          <a:xfrm>
            <a:off x="6442146" y="1074334"/>
            <a:ext cx="4452278" cy="470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Bypass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UAC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high 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integrity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thừa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cha con.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admin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- UAC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“Always Notice”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- HĐH win 10.</a:t>
            </a:r>
          </a:p>
        </p:txBody>
      </p:sp>
    </p:spTree>
    <p:extLst>
      <p:ext uri="{BB962C8B-B14F-4D97-AF65-F5344CB8AC3E}">
        <p14:creationId xmlns:p14="http://schemas.microsoft.com/office/powerpoint/2010/main" val="1603708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456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Avenir Next LT Pro</vt:lpstr>
      <vt:lpstr>Avenir Next LT Pro Light</vt:lpstr>
      <vt:lpstr>Garamond</vt:lpstr>
      <vt:lpstr>Wingdings</vt:lpstr>
      <vt:lpstr>SavonVTI</vt:lpstr>
      <vt:lpstr>Bypass UAC</vt:lpstr>
      <vt:lpstr>Content</vt:lpstr>
      <vt:lpstr>user account control </vt:lpstr>
      <vt:lpstr>UAC là gì ?</vt:lpstr>
      <vt:lpstr>UAC hoạt động như thế nào ?</vt:lpstr>
      <vt:lpstr>UAC hoạt động như thế nào ?</vt:lpstr>
      <vt:lpstr>UAC hoạt động như thế nào ?</vt:lpstr>
      <vt:lpstr>UAC hoạt động như thế nào ?</vt:lpstr>
      <vt:lpstr>UAC hoạt động như thế nào ?</vt:lpstr>
      <vt:lpstr>UAC hoạt động như thế nào ?</vt:lpstr>
      <vt:lpstr>UAC hoạt động như thế nào ?</vt:lpstr>
      <vt:lpstr>FODHelper</vt:lpstr>
      <vt:lpstr>FODHelper là gì?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Bypass UAC</dc:title>
  <dc:creator>Tran</dc:creator>
  <cp:lastModifiedBy>Tran</cp:lastModifiedBy>
  <cp:revision>1</cp:revision>
  <dcterms:created xsi:type="dcterms:W3CDTF">2021-01-21T03:18:15Z</dcterms:created>
  <dcterms:modified xsi:type="dcterms:W3CDTF">2021-01-21T04:23:04Z</dcterms:modified>
</cp:coreProperties>
</file>